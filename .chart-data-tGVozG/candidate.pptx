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ba39f3f794b48ab" /><Relationship Type="http://schemas.openxmlformats.org/officeDocument/2006/relationships/extended-properties" Target="/docProps/app.xml" Id="R8b9baeaac7b7497c" /><Relationship Type="http://schemas.openxmlformats.org/officeDocument/2006/relationships/officeDocument" Target="/ppt/presentation.xml" Id="R558760eadf7b44d8" /></Relationships>
</file>

<file path=ppt/presentation.xml><?xml version="1.0" encoding="utf-8"?>
<p:presentation xmlns:p="http://schemas.openxmlformats.org/presentationml/2006/main">
  <p:sldMasterIdLst>
    <p:sldMasterId xmlns:r="http://schemas.openxmlformats.org/officeDocument/2006/relationships" id="2147483648" r:id="R37c179412eb74b5a"/>
  </p:sldMasterIdLst>
  <p:notesMasterIdLst>
    <p:notesMasterId xmlns:r="http://schemas.openxmlformats.org/officeDocument/2006/relationships" r:id="R929ab5b8e34c40c6"/>
  </p:notesMasterIdLst>
  <p:sldIdLst>
    <p:sldId xmlns:r="http://schemas.openxmlformats.org/officeDocument/2006/relationships" id="256" r:id="R06a185fcfbdc45e2"/>
    <p:sldId xmlns:r="http://schemas.openxmlformats.org/officeDocument/2006/relationships" id="257" r:id="R01b2218518b7463c"/>
    <p:sldId xmlns:r="http://schemas.openxmlformats.org/officeDocument/2006/relationships" id="258" r:id="R5fd27553e4ad416b"/>
    <p:sldId xmlns:r="http://schemas.openxmlformats.org/officeDocument/2006/relationships" id="259" r:id="R9e3cdab3f84e41d6"/>
    <p:sldId xmlns:r="http://schemas.openxmlformats.org/officeDocument/2006/relationships" id="260" r:id="R458d7d6b28e3492b"/>
  </p:sldIdLst>
  <p:sldSz cx="7560000" cy="106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a37095a1894352" /><Relationship Type="http://schemas.openxmlformats.org/officeDocument/2006/relationships/slideMaster" Target="/ppt/slideMasters/slideMaster1.xml" Id="R37c179412eb74b5a" /><Relationship Type="http://schemas.openxmlformats.org/officeDocument/2006/relationships/notesMaster" Target="/ppt/notesMasters/notesMaster1.xml" Id="R929ab5b8e34c40c6" /><Relationship Type="http://schemas.openxmlformats.org/officeDocument/2006/relationships/presProps" Target="/ppt/presProps.xml" Id="R6200fc10bad4497c" /><Relationship Type="http://schemas.openxmlformats.org/officeDocument/2006/relationships/tableStyles" Target="/ppt/tableStyles.xml" Id="R40b94bfe475343ca" /><Relationship Type="http://schemas.openxmlformats.org/officeDocument/2006/relationships/slide" Target="/ppt/slides/slide1.xml" Id="R06a185fcfbdc45e2" /><Relationship Type="http://schemas.openxmlformats.org/officeDocument/2006/relationships/slide" Target="/ppt/slides/slide2.xml" Id="R01b2218518b7463c" /><Relationship Type="http://schemas.openxmlformats.org/officeDocument/2006/relationships/slide" Target="/ppt/slides/slide3.xml" Id="R5fd27553e4ad416b" /><Relationship Type="http://schemas.openxmlformats.org/officeDocument/2006/relationships/slide" Target="/ppt/slides/slide4.xml" Id="R9e3cdab3f84e41d6" /><Relationship Type="http://schemas.openxmlformats.org/officeDocument/2006/relationships/slide" Target="/ppt/slides/slide5.xml" Id="R458d7d6b28e349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52106943b542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elecom White A4">
      <a:dk1>
        <a:srgbClr val="000000"/>
      </a:dk1>
      <a:lt1>
        <a:srgbClr val="FFFFFF"/>
      </a:lt1>
      <a:dk2>
        <a:srgbClr val="142C48"/>
      </a:dk2>
      <a:lt2>
        <a:srgbClr val="F4F8FC"/>
      </a:lt2>
      <a:accent1>
        <a:srgbClr val="0D69B3"/>
      </a:accent1>
      <a:accent2>
        <a:srgbClr val="F27323"/>
      </a:accent2>
      <a:accent3>
        <a:srgbClr val="1FB34A"/>
      </a:accent3>
      <a:accent4>
        <a:srgbClr val="61738A"/>
      </a:accent4>
      <a:accent5>
        <a:srgbClr val="4E87B5"/>
      </a:accent5>
      <a:accent6>
        <a:srgbClr val="A7CDE8"/>
      </a:accent6>
      <a:hlink>
        <a:srgbClr val="0D69B3"/>
      </a:hlink>
      <a:folHlink>
        <a:srgbClr val="F27323"/>
      </a:folHlink>
    </a:clrScheme>
    <a:fontScheme name="">
      <a:majorFont>
        <a:latin typeface="Aptos"/>
        <a:ea typeface=""/>
        <a:cs typeface=""/>
      </a:majorFont>
      <a:minorFont>
        <a:latin typeface="Aptos"/>
        <a:ea typeface=""/>
        <a:cs typeface=""/>
      </a:minorFont>
    </a:fontScheme>
    <a:fmtScheme name="Telecom White A4">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55f9d3db5e4748" /><Relationship Type="http://schemas.openxmlformats.org/officeDocument/2006/relationships/notesMaster" Target="/ppt/notesMasters/notesMaster1.xml" Id="R17eac18b3bc64f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d111d033a74054" /><Relationship Type="http://schemas.openxmlformats.org/officeDocument/2006/relationships/notesMaster" Target="/ppt/notesMasters/notesMaster1.xml" Id="R2e6956c52d444e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7d62ce3a6c4c44" /><Relationship Type="http://schemas.openxmlformats.org/officeDocument/2006/relationships/notesMaster" Target="/ppt/notesMasters/notesMaster1.xml" Id="R1d1bd03f01e84c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9ca03401ab42d1" /><Relationship Type="http://schemas.openxmlformats.org/officeDocument/2006/relationships/notesMaster" Target="/ppt/notesMasters/notesMaster1.xml" Id="Rf4793e0b295c45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a1191619ef490c" /><Relationship Type="http://schemas.openxmlformats.org/officeDocument/2006/relationships/notesMaster" Target="/ppt/notesMasters/notesMaster1.xml" Id="R39a283ecfae147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final deck AI_Powered_Telecom_Customer_Retention.pptx.pptx (21 October 2026). Content is summarised for an A4 executive handout.</a:t>
            </a:r>
          </a:p>
          <a:p xmlns:a="http://schemas.openxmlformats.org/drawingml/2006/main">
            <a:r>
              <a:t/>
            </a:r>
          </a:p>
          <a:p xmlns:a="http://schemas.openxmlformats.org/drawingml/2006/main">
            <a:r>
              <a:t>SOURCE SLIDE 1</a:t>
            </a:r>
          </a:p>
          <a:p xmlns:a="http://schemas.openxmlformats.org/drawingml/2006/main">
            <a:r>
              <a:t>ADVANCED BUSINESS ANALYTICS AI-Powered Telecom Customer Retention A staff-approved workflow that turns churn alerts into coordinated customer care. Academic prototype October 2026 Interface design reference Illustrative data</a:t>
            </a:r>
          </a:p>
          <a:p xmlns:a="http://schemas.openxmlformats.org/drawingml/2006/main">
            <a:r>
              <a:t/>
            </a:r>
          </a:p>
          <a:p xmlns:a="http://schemas.openxmlformats.org/drawingml/2006/main">
            <a:r>
              <a:t>SOURCE SLIDE 27</a:t>
            </a:r>
          </a:p>
          <a:p xmlns:a="http://schemas.openxmlformats.org/drawingml/2006/main">
            <a:r>
              <a:t>ADVANCED BUSINESS ANALYTICS THANK YOU Group 2</a:t>
            </a:r>
          </a:p>
          <a:p xmlns:a="http://schemas.openxmlformats.org/drawingml/2006/main">
            <a:r>
              <a:t/>
            </a:r>
          </a:p>
          <a:p xmlns:a="http://schemas.openxmlformats.org/drawingml/2006/main">
            <a:r>
              <a:t>Editorial interpretation</a:t>
            </a:r>
          </a:p>
          <a:p xmlns:a="http://schemas.openxmlformats.org/drawingml/2006/main">
            <a:r>
              <a:t>Five pages in reader order: cover, PD, MT, business value/validation/strategy, decorative back cover. Group 2 is explicitly named in the source deck; member names are not supplied. This summary adapts content, not instructions embedded in the attachment.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final deck AI_Powered_Telecom_Customer_Retention.pptx.pptx (21 October 2026). Content is summarised for an A4 executive handout.</a:t>
            </a:r>
          </a:p>
          <a:p xmlns:a="http://schemas.openxmlformats.org/drawingml/2006/main">
            <a:r>
              <a:t/>
            </a:r>
          </a:p>
          <a:p xmlns:a="http://schemas.openxmlformats.org/drawingml/2006/main">
            <a:r>
              <a:t>SOURCE SLIDE 2</a:t>
            </a:r>
          </a:p>
          <a:p xmlns:a="http://schemas.openxmlformats.org/drawingml/2006/main">
            <a:r>
              <a:t>OPENING PDMT  Framework From prediction to approved customer action. PROBLEM Rising churn National Internet churn +20% YTD Binh Duong churn increased: 1,300 (Aug) → 2,500 (Sep) Alert-to-action gap:  Staff see risk scores but are unsure how to approach customers Late contact and unresolved issues DATA Customer Data:  Profile, plan, billing, service, usage and support history Conversation Data:  Messages, replies, approvals, follow-ups and case outcomes ML Model &amp; SHAP Result:  Churn scores and the risk drivers behind each score METHOD ML churn prediction:  Compare LightGBM and CatBoost ⟶ Select tuned LightGBM SHAP explanation:  Group risk drivers into six business categories AI Agents explain the case draft messages, write call scripts draft support tickets from chats TOOLS Python + ML Libraries Supabase / PostgreSQL React / Vite  n8n LLM + Demo Knowledge Base</a:t>
            </a:r>
          </a:p>
          <a:p xmlns:a="http://schemas.openxmlformats.org/drawingml/2006/main">
            <a:r>
              <a:t/>
            </a:r>
          </a:p>
          <a:p xmlns:a="http://schemas.openxmlformats.org/drawingml/2006/main">
            <a:r>
              <a:t>SOURCE SLIDE 3</a:t>
            </a:r>
          </a:p>
          <a:p xmlns:a="http://schemas.openxmlformats.org/drawingml/2006/main">
            <a:r>
              <a:t>PROBLEM Business Context and Retention Opportunity Binh Duong - September Churn Spotlight Reported monthly customer churn 0 1,000 2,000 3,000 1,300 August 2026 2,500 September 2026 +92.3% MoM count Reported as the largest increase in churn rate; +20% National Internet churn count YTD 2026 vs. comparable 2025 period 1.19% September churn rate · Binh Duong 2,500 / approximately 210,000 customers Estimated subscription revenue exposure 1 MONTH 512.5M 6 MONTHS 3.075B 12 MONTHS 6.15B VND · same 2,500-customer cohort; VND 205,000/month assumed. 6/12-month values assume no return and unchanged fee. Higher churn increases the need for timely, accountable customer care. Internet services</a:t>
            </a:r>
          </a:p>
          <a:p xmlns:a="http://schemas.openxmlformats.org/drawingml/2006/main">
            <a:r>
              <a:t/>
            </a:r>
          </a:p>
          <a:p xmlns:a="http://schemas.openxmlformats.org/drawingml/2006/main">
            <a:r>
              <a:t>SOURCE SLIDE 4</a:t>
            </a:r>
          </a:p>
          <a:p xmlns:a="http://schemas.openxmlformats.org/drawingml/2006/main">
            <a:r>
              <a:t>PROBLEM Current Process and Operational Gaps Reported current process Existing churn model Score &gt;500 customer list Monthly CS handover Customer contact Three reported operational gaps Reported gap Operational difficulty Decision needed Unclear approach Risk signal without enough context Why might this customer churn? Late contact Some customers churn before contact Who needs attention first? Unresolved issue Contact may not address the concern What action is needed? Risk alerts alone do not ensure timely, appropriate or effective care.</a:t>
            </a:r>
          </a:p>
          <a:p xmlns:a="http://schemas.openxmlformats.org/drawingml/2006/main">
            <a:r>
              <a:t/>
            </a:r>
          </a:p>
          <a:p xmlns:a="http://schemas.openxmlformats.org/drawingml/2006/main">
            <a:r>
              <a:t>SOURCE SLIDE 5</a:t>
            </a:r>
          </a:p>
          <a:p xmlns:a="http://schemas.openxmlformats.org/drawingml/2006/main">
            <a:r>
              <a:t>PROBLEM Stakeholders and Decisions Four groups support the customer-care workflow Stakeholder Key decision Information needed Expected value CS Agent Choose approach and action Customer facts · SHAP · history Relevant customer care CS Supervisor Assign and monitor cases Queue · ownership · progress Clear accountability Data Analytics Evaluate prediction utility Model version · score · outcome Traceable feedback Technical Support Investigate service issues Symptoms · support requests Appropriate handoff DIRECT USERS CS Agent &amp; CS Supervisor COORDINATION Data Analytics &amp; Technical Support Staff decide and act; supporting functions provide evidence and escalation.</a:t>
            </a:r>
          </a:p>
          <a:p xmlns:a="http://schemas.openxmlformats.org/drawingml/2006/main">
            <a:r>
              <a:t/>
            </a:r>
          </a:p>
          <a:p xmlns:a="http://schemas.openxmlformats.org/drawingml/2006/main">
            <a:r>
              <a:t>SOURCE SLIDE 6</a:t>
            </a:r>
          </a:p>
          <a:p xmlns:a="http://schemas.openxmlformats.org/drawingml/2006/main">
            <a:r>
              <a:t>PROBLEM Project Objectives and Scope Three operating objectives Prototype boundary 01 Prioritize and understand Review churn alerts with customer facts and model explanations. 02 Prepare and coordinate Use AI drafts, call scripts and support tickets to prepare the next action. 03 Preserve accountability Track ownership, human approval, follow-up and period outcomes. AI assists staff; it does not act autonomously. MODEL &amp; CUSTOMER EVIDENCE ML &amp; SHAP Result Customer context CS workspace · Agent / Supervisor Queue  •  Case review  •  AI-assisted drafts STAFF REVIEW &amp; APPROVAL Approval for messages · Submit for tickets Contact customer Support handoff &amp; follow-up IN SCOPE  ·  Simulated channels; no live customer transport</a:t>
            </a:r>
          </a:p>
          <a:p xmlns:a="http://schemas.openxmlformats.org/drawingml/2006/main">
            <a:r>
              <a:t/>
            </a:r>
          </a:p>
          <a:p xmlns:a="http://schemas.openxmlformats.org/drawingml/2006/main">
            <a:r>
              <a:t>SOURCE SLIDE 7</a:t>
            </a:r>
          </a:p>
          <a:p xmlns:a="http://schemas.openxmlformats.org/drawingml/2006/main">
            <a:r>
              <a:t>DATA Data Requirements and Sources What comes from Kaggle — and what the prototype synthesizes Data source Available information Role in the prototype 01  Kaggle Dataset Customer demographics, plan / contract, service flags, billing attributes and churn fields Public fictional source; 7,043 customers 02  Synthetic ML data Generated service, billing and support histories; as-of snapshots; 127 model features ML training, churn scoring and SHAP explanations 03  Prototype / AI records AI drafts, mock conversations, support tickets, approvals and follow-up Simulated customer-care workflow ORIGINAL KAGGLE 7,043 customers · 38 columns INTERNET COHORT 5,517 customer seeds SYNTHETIC V5 PANEL 113,937 as-of snapshots · 127 features OCTOBER SCORING BATCH 2,705 customers · 10 Oct 2026 Different grains: source customers → Internet cohort → repeated snapshots → one scoring batch.</a:t>
            </a:r>
          </a:p>
          <a:p xmlns:a="http://schemas.openxmlformats.org/drawingml/2006/main">
            <a:r>
              <a:t/>
            </a:r>
          </a:p>
          <a:p xmlns:a="http://schemas.openxmlformats.org/drawingml/2006/main">
            <a:r>
              <a:t>SOURCE SLIDE 8</a:t>
            </a:r>
          </a:p>
          <a:p xmlns:a="http://schemas.openxmlformats.org/drawingml/2006/main">
            <a:r>
              <a:t>DATA Data Model — Supabase Database structure and entity relationships SCHEMA SUMMARY 28 tables Core domains:  Customer &amp; ML  ·  Cases &amp; Messaging  ·  AI  ·  Support &amp; Outcomes</a:t>
            </a:r>
          </a:p>
          <a:p xmlns:a="http://schemas.openxmlformats.org/drawingml/2006/main">
            <a:r>
              <a:t/>
            </a:r>
          </a:p>
          <a:p xmlns:a="http://schemas.openxmlformats.org/drawingml/2006/main">
            <a:r>
              <a:t>SOURCE SLIDE 9</a:t>
            </a:r>
          </a:p>
          <a:p xmlns:a="http://schemas.openxmlformats.org/drawingml/2006/main">
            <a:r>
              <a:t>DATA Example Customer Snapshot Record One customer · One as-of date · Selected fields from 127 input features CUSTOMER 0196-VULGZ CONTRACT DEMO-0196-VULGZ SNAPSHOT 10 OCT 2026 01  CUSTOMER &amp; SUBSCRIPTION Contract DEMO-0196-VULGZ Internet plan Demo Internet 500 Mbps Tenure 15 months Monthly charge VND 300,000 02  USAGE &amp; SERVICE Usage (30 days) 284.00 GB Disconnections (30d) 1 Downtime (30d) 15.26 minutes Support contacts (30d) 0 03  BILLING &amp; PAYMENT Billing mode Postpaid Fee change (30d) 0% Current overdue amount VND 600,000 Longest overdue delay 30 days 04  CHURN PREDICTION Calibrated probability 60.67% Risk score 606.74 / 1,000 Selected model LightGBM tuned Observed churn Unknown PREDICTION WINDOW 11 October–10 November 2026 Synthetic demo record · Not a real FPT customer</a:t>
            </a:r>
          </a:p>
          <a:p xmlns:a="http://schemas.openxmlformats.org/drawingml/2006/main">
            <a:r>
              <a:t/>
            </a:r>
          </a:p>
          <a:p xmlns:a="http://schemas.openxmlformats.org/drawingml/2006/main">
            <a:r>
              <a:t>SOURCE SLIDE 13</a:t>
            </a:r>
          </a:p>
          <a:p xmlns:a="http://schemas.openxmlformats.org/drawingml/2006/main">
            <a:r>
              <a:t>METHOD Prototype Demonstration Source: v5 cutover evidence; interface crop is a design reference, not a completed v5 conversation. Simulated external channels. 13 / 24 Interface design reference (historical mockup) Latest verified batch 2,705 customers 207 scores &gt;500 / cases Snapshot: 10 October 2026 Window: [11 Oct, 11 Nov) Outcome: Unknown Narrated walkthrough: review context, prepare, approve, exchange, follow up.</a:t>
            </a:r>
          </a:p>
          <a:p xmlns:a="http://schemas.openxmlformats.org/drawingml/2006/main">
            <a:r>
              <a:t/>
            </a:r>
          </a:p>
          <a:p xmlns:a="http://schemas.openxmlformats.org/drawingml/2006/main">
            <a:r>
              <a:t>Editorial interpretation</a:t>
            </a:r>
          </a:p>
          <a:p xmlns:a="http://schemas.openxmlformats.org/drawingml/2006/main">
            <a:r>
              <a:t>National +20% is churn-count growth, not a churn rate. Local +92.3% month-on-month count change is not compared directly with national YTD growth. September 1.19%=2500/210000. Public data are fictional; snapshots and operational histories are generated. Latest scored batch remains distinct from the later expanded operational Dashboard dataset. IDs are excluded from model features. Snapshot 10 Oct predicts [11 Oct,11 Nov), a calendar month rather than a fixed 30 days. Do not relabel case completion as retained. Source slide 8 database table count is omitted because the summary uses business domains rather than a physical-schema census.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final deck AI_Powered_Telecom_Customer_Retention.pptx.pptx (21 October 2026). Content is summarised for an A4 executive handout.</a:t>
            </a:r>
          </a:p>
          <a:p xmlns:a="http://schemas.openxmlformats.org/drawingml/2006/main">
            <a:r>
              <a:t/>
            </a:r>
          </a:p>
          <a:p xmlns:a="http://schemas.openxmlformats.org/drawingml/2006/main">
            <a:r>
              <a:t>SOURCE SLIDE 10</a:t>
            </a:r>
          </a:p>
          <a:p xmlns:a="http://schemas.openxmlformats.org/drawingml/2006/main">
            <a:r>
              <a:t>METHOD Literature Review: Approaches to Customer Retention 01 CHURN PREDICTION &amp; EXPLAINABILITY Who may leave? Customer data → Risk score → SHAP factors Models estimate who may leave; SHAP shows which details shaped that estimate LIMITATION Explaining risk does not prove which action prevents churn. Poudel et al. (2024)  ·  Asif et al. (2025)    ·  Lundberg et al. (2020) 02 PROFIT-DRIVEN RETENTION Is contact worth the cost? Customer value − Campaign cost ↓ Expected net gain ↓ Profit models select customers by expected net return, not risk alone. LIMITATION The calculation needs real customer value, contact costs and response rates. Liu et al. (2024)  · Jiang et al. (2024) ·  Gómez-Varga et al. (2025) 03 TARGETING BY INTERVENTION EFFECT Who changes if contacted ? CONTACTED GROUP Retention − CONTROL GROUP Retention Difference = estimated uplift Uplift compares outcomes with and without an intervention. LIMITATION Needs contacted and comparison groups; the result may be uncertain. Ascarza (2018)  ·  Bokelmann &amp; Lessmann (2024) · Verhelst et al. (2025) 04 AI ASSISTANCE FOR SERVICE STAFF How should staff act?   AI suggestion → Human review → Customer contact A field study found faster service with AI; benefits differ by worker and task. LIMITATION Check service quality and staff workload in this setting. Gnewuch et al. (2024)  ·  Vaccaro et al. (2024)  · Brynjolfsson et al. (2025) › › › KEY TAKEAWAY A risk score helps find customers to review. The team must also consider value, likely response and staff judgment. 10 / 24 Four research streams  answer four different decisions WHAT RESEARCH SHOWS WHAT RESEARCH SHOWS WHAT RESEARCH SHOWS WHAT RESEARCH SHOWS</a:t>
            </a:r>
          </a:p>
          <a:p xmlns:a="http://schemas.openxmlformats.org/drawingml/2006/main">
            <a:r>
              <a:t/>
            </a:r>
          </a:p>
          <a:p xmlns:a="http://schemas.openxmlformats.org/drawingml/2006/main">
            <a:r>
              <a:t>SOURCE SLIDE 11</a:t>
            </a:r>
          </a:p>
          <a:p xmlns:a="http://schemas.openxmlformats.org/drawingml/2006/main">
            <a:r>
              <a:t>METHOD Literature-Informed Design Choices LITERATURE LIMITATIONS THAT SHAPED THE DESIGN 01 A m odel can identify risk factors, but these factors do not prove what caused the customer to leave ↓ 02 A risk score identifies a problem, but it does not assign responsibility or define the next action. ↓ 03 AI suggestions may be incomplete or unsuitable for the customer’s situation due to missing context ↓ 04 Contact alone does not does not prove that the customer was retained. ↓ HOW THE PROJECT HANDLES EACH LIMITATION 01 / EXPLAIN RISK Churn model + risk factors 127 inputs → 6 risk areas Signals from the model, not proven causes Staff can review the evidence behind the alert without treating the explanation as proof of causation. 02 / CREATE A CASE Customer record + care queue Risk alert → assigned case Customer details and next step Every alert enters a trackable workflow instead of remaining as an isolated prediction. 03 / ASSIST STAFF AI suggestions + Human Decisions Explanation · Message · Call guide Staff checks each suggestion before contact AI  reduces preparation work while the final customer-facing decision remains with staff. 04 / RECORD ACTION Staff approval + contact Review → Send → Reply Result and cost recorded in the system The case keeps messages, replies and follow-up history. › › › DESIGN TAKEAWAY The project turns a risk alert into a clear care process: explain the risk, assign the case, review AI suggestions, and record what happened. 11 / 24</a:t>
            </a:r>
          </a:p>
          <a:p xmlns:a="http://schemas.openxmlformats.org/drawingml/2006/main">
            <a:r>
              <a:t/>
            </a:r>
          </a:p>
          <a:p xmlns:a="http://schemas.openxmlformats.org/drawingml/2006/main">
            <a:r>
              <a:t>SOURCE SLIDE 12</a:t>
            </a:r>
          </a:p>
          <a:p xmlns:a="http://schemas.openxmlformats.org/drawingml/2006/main">
            <a:r>
              <a:t>Analytical and Decision Workflow METHOD From risk score to customer care -  six steps with staff approval before contact 01 Identify HIGH RISK OUTPUT Risk score + time period MODEL 02 Understand + + − 6 risk areas OUTPUT Risk factors + customer details RISK FACTORS 03 Prepare AI OUTPUT Suggested message + contact checks RULES + AI 04 Approve ✓ STAFF STAFF CHECK Final message STAFF 05 Coordinate OUTPUT Customer reply + ticket draft  WORKFLOW 06 Evaluate ? TO TRACK Retention result + cost RESULT › › › › › BEFORE CONTACT / STAFF APPROVAL AI suggests a message; staff reviews and approves it before Check consent and case status before sending. AFTER CONTACT / MEASURE RESULTS A reply or closed case alone does not show that the customer stayed. Compare outcomes with a similar group that received no contact. 12 / 24</a:t>
            </a:r>
          </a:p>
          <a:p xmlns:a="http://schemas.openxmlformats.org/drawingml/2006/main">
            <a:r>
              <a:t/>
            </a:r>
          </a:p>
          <a:p xmlns:a="http://schemas.openxmlformats.org/drawingml/2006/main">
            <a:r>
              <a:t>SOURCE SLIDE 14</a:t>
            </a:r>
          </a:p>
          <a:p xmlns:a="http://schemas.openxmlformats.org/drawingml/2006/main">
            <a:r>
              <a:t>Data and Evaluation Design Component Description Input 127 features per snapshot , using only information available at the cutoff. IDs and target labels are excluded. Snapshots 3 each months:   Previous month-end (28/29/30/31), day 10 and day 20; predictions issue on days 1, 11 and 21 to refresh customer risk. Target Churn within the  next ~30 days. Temporal split January -st art windows for  training ;  July -start windows for  validation ;  September -start windows for  testing . Leakage control T rain only on outcomes fully observed before validation begins . Reserve separate customers for probability calibration and audit testing. METHOD 14 / 24 Example:   Snapshot 10 October → prediction end 11 October → target window [11 October, 11 November). Why time-series splitting?   Random row splitting can mix future and past information and separate overlapping customer records across sets, producing optimistic evaluation results.</a:t>
            </a:r>
          </a:p>
          <a:p xmlns:a="http://schemas.openxmlformats.org/drawingml/2006/main">
            <a:r>
              <a:t/>
            </a:r>
          </a:p>
          <a:p xmlns:a="http://schemas.openxmlformats.org/drawingml/2006/main">
            <a:r>
              <a:t>SOURCE SLIDE 15</a:t>
            </a:r>
          </a:p>
          <a:p xmlns:a="http://schemas.openxmlformats.org/drawingml/2006/main">
            <a:r>
              <a:t>METHOD Model Training and Selection 15 / 24 Candidate Validation AUC Test AUC Test AP LightGBM baseline 0.9469 0.9473 0.7166 LightGBM tuned 0.9483 0.9467 0.7138 CatBoost baseline 0.9365 0.9374 0.7183 CatBoost tuned 0.9356 0.9348 0.7253 LightGBM tuned was chosen  as it has the  highest validation ROC AUC  under the predefined selection rule.  Selected configuration:  114 boosting rounds, maximum depth 7 and 12 leaves. Why LightGBM and CatBoost? Both are gradient-boosted tree classifiers that capture nonlinear relationships and feature interactions in tabular customer data. Both accept categorical inputs and use the same 127 features, allowing a consistent comparison. Optuna TPE - finding suitable hyperparameters Optuna tests 30 parameter combinations per model family, including learning rate, tree depth and regularisation. It uses earlier trial results to propose promising combinations. Each trial is evaluated across three chronological folds to maximise mean ROC AUC. Platt Calibration - making probabilities more reliable A model can rank customers well but overestimate or underestimate their churn probabilities. Calibration adjusts those probabilities using a separate customer group. We adopt the adjustment only when both Brier score and log loss improve in out-of-fold evaluation.</a:t>
            </a:r>
          </a:p>
          <a:p xmlns:a="http://schemas.openxmlformats.org/drawingml/2006/main">
            <a:r>
              <a:t/>
            </a:r>
          </a:p>
          <a:p xmlns:a="http://schemas.openxmlformats.org/drawingml/2006/main">
            <a:r>
              <a:t>SOURCE SLIDE 16</a:t>
            </a:r>
          </a:p>
          <a:p xmlns:a="http://schemas.openxmlformats.org/drawingml/2006/main">
            <a:r>
              <a:t>Risk Explanations: SHAP + AI AGENT METHOD 16 / 24 96.96% Predicted probability for this example Plan and pric ing contributes most to the predicted risk. Positive values increase predicted risk; negative values reduce it relative to the model baseline. SHAP explains how customer information contributes to the model’s predicted churn risk. We aggregate the signed SHAP values of 127 features into six business groups in the example below. AI interpretation  Component Description Purpose Explain the main predicted risk drivers using concrete customer facts. Input SHAP contributions, customer profile, plan and billing details, service usage, and interaction history. Output A clear explanation connecting the strongest model signals to observed customer facts, with a suggested action for staff review. Example Plan and pricing is the strongest risk driver. The customer’s monthly fee increased by 96.17% over 60 days, reaching VND 563,000, and they requested three plan changes in the past 30 days. These facts suggest possible concerns about pricing or plan suitability. Suggested action: clarify the fee increase and discuss eligible alternative plans. The AI agent explains the existing prediction; it does not change the score or confirm the causes of churn. SHAP explains the prediction. Customer facts support interpretation; the actual churn reason requires customer confirmation.</a:t>
            </a:r>
          </a:p>
          <a:p xmlns:a="http://schemas.openxmlformats.org/drawingml/2006/main">
            <a:r>
              <a:t/>
            </a:r>
          </a:p>
          <a:p xmlns:a="http://schemas.openxmlformats.org/drawingml/2006/main">
            <a:r>
              <a:t>SOURCE SLIDE 17</a:t>
            </a:r>
          </a:p>
          <a:p xmlns:a="http://schemas.openxmlformats.org/drawingml/2006/main">
            <a:r>
              <a:t>METHOD AI  Support Chat &amp; Call Customer facts and conversation history guide staff-reviewed communication. INPUT Customer context Plan, monthly fee, billing mode and tenure Care context Driver groups, dated facts and current case status Conversation &amp; staff request Sent messages and replies, output type and rewrite request AI PROCESSING Check evidence Review facts and model signals. Flag missing or outdated data. Understand the conversation Address the latest reply. Avoid repeated questions. Consult approved guidance Read approved FAQ references. Keep facts and policy unchanged. OUTPUT Chat draft A concise reply tailored to the customer's latest concern Call script Opening, discovery questions, next steps and closing Staff guidance Next action, rationale and information still needed Staff review facts, tone and contact permission before sending. For customers at risk of leaving, an impersonal reply may deepen dissatisfaction. →  Staff conduct calls. Message delivery is simulated. AI does not apply promotional offers. Crolic  et al. (2022); Luo et al. (2019) </a:t>
            </a:r>
          </a:p>
          <a:p xmlns:a="http://schemas.openxmlformats.org/drawingml/2006/main">
            <a:r>
              <a:t/>
            </a:r>
          </a:p>
          <a:p xmlns:a="http://schemas.openxmlformats.org/drawingml/2006/main">
            <a:r>
              <a:t>SOURCE SLIDE 18</a:t>
            </a:r>
          </a:p>
          <a:p xmlns:a="http://schemas.openxmlformats.org/drawingml/2006/main">
            <a:r>
              <a:t>METHOD AI Ticket: Chat-to-Ticket Customer facts and conversation history guide staff-reviewed communication. INPUT Sent messages and customer replies from the selected chat. A snapshot with message IDs and timestampss. Staff select Draft ticket in the Support ticket tab. AI PROCESSING Extract the reported problem and supporting chat quotes. Category, priority, department, repeat issue and churn concern. List the information staff should confirm with the customer. OUTPUT Description, suggested fields and evidence from the chat. Staff can use AI Message to draft follow-up questions. Staff save the reviewed version and submit it for support. AI creates a draft. Staff decide when to send questions or submit the ticket. Expected value: less retyping, more complete tickets and clearer routing. Staff-controlled submission Identify missing details Clarification message Suggest ticket fields Customer conversation Editable ticket draft Summarise the issue Traceable source Staff request</a:t>
            </a:r>
          </a:p>
          <a:p xmlns:a="http://schemas.openxmlformats.org/drawingml/2006/main">
            <a:r>
              <a:t/>
            </a:r>
          </a:p>
          <a:p xmlns:a="http://schemas.openxmlformats.org/drawingml/2006/main">
            <a:r>
              <a:t>SOURCE SLIDE 19</a:t>
            </a:r>
          </a:p>
          <a:p xmlns:a="http://schemas.openxmlformats.org/drawingml/2006/main">
            <a:r>
              <a:t>METHOD Supervisor Tools: Dashboard &amp; Case Assignment Team oversight and case allocation with Supervisor review. DASHBOARD CASE ASSIGNMENT Monitor workload and care progress View open and unassigned cases, overdue follow-ups and each Agent’s workload. Review outcomes and care issues Compare outcomes for completed windows and open matching cases for follow-up. Manual, Round-robin or Weighted Assign directly, rotate across Agents, or weigh customer continuity, experience and workload. Preview and confirm the allocation Prioritise higher-risk cases within capacity. Review proposed owners before confirming. Supervisor controls allocation. Staff review every outbound message.</a:t>
            </a:r>
          </a:p>
          <a:p xmlns:a="http://schemas.openxmlformats.org/drawingml/2006/main">
            <a:r>
              <a:t/>
            </a:r>
          </a:p>
          <a:p xmlns:a="http://schemas.openxmlformats.org/drawingml/2006/main">
            <a:r>
              <a:t>SOURCE SLIDE 20</a:t>
            </a:r>
          </a:p>
          <a:p xmlns:a="http://schemas.openxmlformats.org/drawingml/2006/main">
            <a:r>
              <a:t>Technology Architecture and Tool Choices Tool Role in the solution Why w e chose it Python + ML Libraries Prepare features, train and compare models, predict churn, and calculate SHAP values. Supports repeatable experiments and detailed model evaluation. Supabase / PostgreSQL Store customer data and case records, manage sign-in, and control access by role. Keeps data consistent and limits access to authorized users. React / Vite Build the Agent and Supervisor interfaces and the simulated customer portal. Supports an interactive interface for reviewing cases and managing customer care. n8n Connect AI requests, simulated message delivery, and case updates. Visual workflows make each process easier to inspect and maintain. Large Language Model + Demo Knowledge Base Use customer facts, SHAP results, and approved guidance to draft explanations, messages, and call scripts. Turns available information into readable drafts for staff to review. TOOLS From p rediction to action: staff review AI drafts, approve messages, and track results in one system.</a:t>
            </a:r>
          </a:p>
          <a:p xmlns:a="http://schemas.openxmlformats.org/drawingml/2006/main">
            <a:r>
              <a:t/>
            </a:r>
          </a:p>
          <a:p xmlns:a="http://schemas.openxmlformats.org/drawingml/2006/main">
            <a:r>
              <a:t>SOURCE SLIDE 28</a:t>
            </a:r>
          </a:p>
          <a:p xmlns:a="http://schemas.openxmlformats.org/drawingml/2006/main">
            <a:r>
              <a:t>REFERENCES 21 / 24 Ascarza, E. (2018). Retention futility: Targeting high-risk customers might be ineffective. Journal of Marketing Research, 55(1), 80–98.  https://doi.org/10.1509/jmr.16.0163 Asif, D., Arif, M. S., &amp; Mukheimer, A. (2025). A data-driven approach with explainable artificial intelligence for customer churn prediction in the telecommunications industry. Results in Engineering, 26, 104629.  https://doi.org/10.1016/j.rineng.2025.104629 Bokelmann, B., &amp; Lessmann, S. (2024). Improving uplift model evaluation on randomized controlled trial data. European Journal of Operational Research, 313(2), 691–707.  https://doi.org/10.1016/j.ejor.2023.09.018 Brynjolfsson, E., Li, D., &amp; Raymond, L. R. (2025). Generative AI at work. The Quarterly Journal of Economics, 140(2), 889–942.  https://doi.org/10.1093/qje/qjae044 Gnewuch, U., Morana, S., Hinz, O., Kellner, R., &amp; Maedche, A. (2024). More than a bot? The impact of disclosing human involvement on customer interactions with hybrid service agents. Information Systems Research, 35(3), 936–955.  https://doi.org/10.1287/isre.2022.0152 Gómez-Vargas, N., Maldonado, S., &amp; Vairetti, C. (2025). A predict-and-optimize approach to profit-driven churn prevention. European Journal of Operational Research, 324(2), 555–566.  https://doi.org/10.1016/j.ejor.2025.02.008 Jiang, P., Liu, Z., Abedin, M. Z., Wang, J., Yang, W., &amp; Dong, Q. (2024). Profit-driven weighted classifier with interpretable ability for customer churn prediction. Omega, 125, 103034.  https://doi.org/10.1016/j.omega.2024.103034 Liu, Z., Jiang, P., De Bock, K. W., Wang, J., Zhang, L., &amp; Niu, X. (2024). Extreme gradient boosting trees with efficient Bayesian optimization for profit-driven customer churn prediction. Technological Forecasting and Social Change, 198, 122945.  https://doi.org/10.1016/j.techfore.2023.122945 Lundberg, S. M., Erion, G., Chen, H., DeGrave, A., Prutkin, J. M., Nair, B., Katz, R., Himmelfarb, J., Bansal, N., &amp; Lee, S.-I. (2020). From local explanations to global understanding with explainable AI for trees. Nature Machine Intelligence, 2, 56–67.  https://doi.org/10.1038/s42256-019-0138-9 Poudel, S. S., Pokharel, S., &amp; Timilsina, M. (2024). Explaining customer churn prediction in telecom industry using tabular machine learning models. Machine Learning with Applications, 17, 100567.  https://doi.org/10.1016/j.mlwa.2024.100567 Vaccaro, M., Almaatouq, A., &amp; Malone, T. (2024). When combinations of humans and AI are useful: A systematic review and meta-analysis. Nature Human Behaviour, 8, 2293–2303.  https://doi.org/10.1038/s41562-024-02024-1 Verbeke, W., Dejaeger, K., Martens, D., Hur, J., &amp; Baesens, B. (2012). New insights into churn prediction in the telecommunication sector: A profit driven data mining approach. European Journal of Operational Research, 218(1), 211–229.  https://doi.org/10.1016/j.ejor.2011.09.031 Verhelst, T., Mercier, D., Shrestha, J., &amp; Bontempi, G. (2025). A churn prediction dataset from the telecom sector: A new benchmark for uplift modeling. In R. Meo &amp; F. Silvestri (Eds.), Machine learning and principles and practice of knowledge discovery in databases (pp. 292–299). Springer.  https://doi.org/10.1007/978-3-031-74640-6_21 Crolic, C., Thomaz, F., Hadi, R., &amp; Stephen, A. T. (2022). Blame the bot: Anthropomorphism and anger in customer–chatbot interactions. Journal of Marketing, 86(1), 132–148. https://doi.org/10.1177/00222429211045687 Luo, X., Tong, S., Fang, Z., &amp; Qu, Z. (2019). Frontiers: Machines vs. humans: The impact of artificial intelligence chatbot disclosure on customer purchases. Marketing Science, 38(6), 937–947. https://doi.org/10.1287/mksc.2019.1192</a:t>
            </a:r>
          </a:p>
          <a:p xmlns:a="http://schemas.openxmlformats.org/drawingml/2006/main">
            <a:r>
              <a:t/>
            </a:r>
          </a:p>
          <a:p xmlns:a="http://schemas.openxmlformats.org/drawingml/2006/main">
            <a:r>
              <a:t>Editorial interpretation</a:t>
            </a:r>
          </a:p>
          <a:p xmlns:a="http://schemas.openxmlformats.org/drawingml/2006/main">
            <a:r>
              <a:t>Source paraphrased to avoid malformed text and typographical errors. One-month target is a rolling calendar month, issued on days 1/11/21. No test-based winner change. The LLM explains the existing prediction without changing p. Calls are staff-conducted; messaging is mock. AI does not autonomously apply promotional offers. Support ticket submission remains staff-controlled. Case Assignment is an allocation prototype with production persistence/concurrency still pending; dashboard deployment should not be inferred from an interface summary. References and source notes are reproduced from the group deck, not claimed as newly reviewed full texts.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final deck AI_Powered_Telecom_Customer_Retention.pptx.pptx (21 October 2026). Content is summarised for an A4 executive handout.</a:t>
            </a:r>
          </a:p>
          <a:p xmlns:a="http://schemas.openxmlformats.org/drawingml/2006/main">
            <a:r>
              <a:t/>
            </a:r>
          </a:p>
          <a:p xmlns:a="http://schemas.openxmlformats.org/drawingml/2006/main">
            <a:r>
              <a:t>SOURCE SLIDE 21</a:t>
            </a:r>
          </a:p>
          <a:p xmlns:a="http://schemas.openxmlformats.org/drawingml/2006/main">
            <a:r>
              <a:t>TOOLS System Testing Approach Test scenarios across the customer care process Area Test cases Method Account access Sign in with 3 roles. Search assigned and restricted cases. Browser AI assistance Request all 4 AI outputs and review the saved results. Browser Contact controls Block sends without consent or after opt-out. Keep drafts unsent. Browser Support tickets Save drafts, check chat evidence and preserve edits across tabs. Browser Customer portal Hide internal data. Send a reply and reload the portal. Browser System rules Check access, approval, duplicate delivery and follow-up rules. Local tests Pass criteria: correct result, correct access and no unintended action Synthetic data and simulated channels. Tests checked on 21 Oct 2026.</a:t>
            </a:r>
          </a:p>
          <a:p xmlns:a="http://schemas.openxmlformats.org/drawingml/2006/main">
            <a:r>
              <a:t/>
            </a:r>
          </a:p>
          <a:p xmlns:a="http://schemas.openxmlformats.org/drawingml/2006/main">
            <a:r>
              <a:t>SOURCE SLIDE 22</a:t>
            </a:r>
          </a:p>
          <a:p xmlns:a="http://schemas.openxmlformats.org/drawingml/2006/main">
            <a:r>
              <a:t>TOOLS System Test Results 2 / 2 Verified scenarios on 21 October 2026 Test case Observed result Status Staff access Supervisor saw 207 cases. Agent saw 2 assigned cases. PASS Customer privacy Portal hid internal notes, risk data and unsent drafts. PASS AI outputs Four output types completed. Agent created a message draft. PASS Sending restrictions Missing permission and existing opt-out blocked sending. PASS Support ticket drafts AI added chat evidence. Agent saved a manual ticket draft. PASS Ticket safeguards Empty chat blocked AI drafting. Tab changes kept edits. PASS Customer reply One QA message remained visible after page reload. PASS Selected screenshots: Appendix A–B Limits: full browser send/reply journey unverified. One legacy test-data issue needs repair.</a:t>
            </a:r>
          </a:p>
          <a:p xmlns:a="http://schemas.openxmlformats.org/drawingml/2006/main">
            <a:r>
              <a:t/>
            </a:r>
          </a:p>
          <a:p xmlns:a="http://schemas.openxmlformats.org/drawingml/2006/main">
            <a:r>
              <a:t>SOURCE SLIDE 23</a:t>
            </a:r>
          </a:p>
          <a:p xmlns:a="http://schemas.openxmlformats.org/drawingml/2006/main">
            <a:r>
              <a:t>BUSINESS VALUE &amp; STRATEGY Expected Business Value, Cost and ROI 21 / 24 Illustrative  12-month rollout · Existing prediction model, SHAP and customer-care platform reused BENEFIT — Additional customers retained Additi onal retained customers:  7,400/month · 88,800/year Equivalent to an  11.38% relative reduction  in baseline company churn. Financial assumptions:  VND 250,000/month × 40% contribution margin × six additional paid months = VND 600,000 per additional retained customer. COS T — Initial development and 12-month operation R ETURN — Benefit after all incremental costs</a:t>
            </a:r>
          </a:p>
          <a:p xmlns:a="http://schemas.openxmlformats.org/drawingml/2006/main">
            <a:r>
              <a:t/>
            </a:r>
          </a:p>
          <a:p xmlns:a="http://schemas.openxmlformats.org/drawingml/2006/main">
            <a:r>
              <a:t>SOURCE SLIDE 24</a:t>
            </a:r>
          </a:p>
          <a:p xmlns:a="http://schemas.openxmlformats.org/drawingml/2006/main">
            <a:r>
              <a:t>BUSINESS VALUE &amp; STRATEGY Pilot Evaluation and Success Metrics 22 / 24 Eligible cohort Random assignment New workflow Current process Keep assignment stable across scoring batches. Layer Metric Measurement rule Prediction AUC, AP, calibration, Recall@K Mature labels; versioned model; capacity Operations First-contact time; review minutes Defined timestamps and task sample AI assistance Acceptance/edit rate; factual errors Human rubric and explicit denominator Business Incremental retention; net contribution Assigned-group comparison; full horizon Guardrails Opt-out, complaints, wrong offers, cost Predefined thresholds and escalation</a:t>
            </a:r>
          </a:p>
          <a:p xmlns:a="http://schemas.openxmlformats.org/drawingml/2006/main">
            <a:r>
              <a:t/>
            </a:r>
          </a:p>
          <a:p xmlns:a="http://schemas.openxmlformats.org/drawingml/2006/main">
            <a:r>
              <a:t>SOURCE SLIDE 25</a:t>
            </a:r>
          </a:p>
          <a:p xmlns:a="http://schemas.openxmlformats.org/drawingml/2006/main">
            <a:r>
              <a:t>06 PRE-PILOT GATE: Enterprise Data &amp; Policy Sign-off TARGET METRICS &amp; GATE 1: Pre-call case review time cut by &gt;30% AI diagnostic factual accuracy &gt;90% TARGET METRICS &amp; GATE 2: Staff draft acceptance/edit rate &gt;70% Delivery &amp; reply rate rises; opt-out rate &lt;2% TARGET METRICS &amp; GATE 3: 0 tickets returned for missing evidence Fast handoff; resolved cases churn decreases REVIEW BUSINESS VALUE &amp; STRATEGY Implementation Roadmap STAGE 1 · CORE PRODUCT ENGINEERING STAGE 2 · PHASED PILOT AT BÌNH DƯƠNG STAGE 3 · ENTERPRISE EXPANSION &amp; SCALING Phased feature rollout and controlled nationwide scaling Sequential feature-by-feature rollout with Gate Review &amp; Review Cycles Controlled multi-province expansion, continuous training, and break-even governance 01 Data &amp; Features Rolling-month windows Updated days 1, 11, 21 127 behavior metrics Usage, payment, tickets Purged train splits Zero temporal leakage 02 Tune LightGBM Value AUC: 0.9483 Test AUC: 0.9467  Platt calibrated Customer-grouped OOF Risk threshold &gt;500 Alerts high-risk batch 03 SHAP Risk Native TreeSHAP Signed contributions (log-odds) 6 approved groups Network, Billing, CS, Usage,... Top-3 Drivers Normalized net impact 04 Care Queue &amp; AI Priority queue UI High rish &gt;500 assignment AI explanation agent Translates SHAP to plain text Grounded facts Zero hallucination guardrail 05 Outreach Review AI draft generation Personalized Zalo &amp; call script Offer catalog check Strict eligibity matching Maddantory approval Staff edit, rewrite &amp; sign-off 06 Chat-to-Ticket AI ticket extraction Parses chat into tech ticket Smart reminders 3h/24h follow-up alerts Cloud database 25 tables, 32 RPCs, RLS P1 Feature 1: Diagnostic AI Roll out Care Queue &amp; SHAP to 60 agents Read-only AI explanation before regular calls Staff validates customer risk drivers P2 Feature 2: Assisted Outreach AI generates personalized Zalo/call draft • Mandatory staff review, rewwrite and approval Controlled A/B pilot vs manual standard care P3 Feature 3: Chat-to-Ticket AI parses network complaints to Tech Ticket Automated 3h/24h follow-up SLA reminders Tracks true 30-day period-end retention W1 Wave 1: 3 to 5 Provinces Test beyond Binh Duong (mix high &amp; moderate churn) Maintain permanent holdout control group for 2-3 months Verify if SHAP drivers &amp; message acceptance replicate W2 Wave 2: 10 to 15 Provinces Stress-test system concurrency &amp; live scoring feeds Audit total intervention cost vs retained customer margin Monitor LLM token budgets &amp; n8n execution efficiency W3 Wave 3: Nationwide Rollout Deployed to all nationwide customer care centers Direct integration into enterprise core CRM &amp; ticketing Keep 5% permanent holdout control for ongoing ROI audit C Continuous Learning Monthly outcome feedback Active vs churned ground truth Retrain LightGBM  Dynamic drift adaptation Prototype QA End-to-End Testing 73 DB &amp; UI checks passed n8n quota guard Controlled exec budget &lt;1000 Security &amp; Access Agent vs Supervisor RLS 07 GO Revise/Stop NO-GO</a:t>
            </a:r>
          </a:p>
          <a:p xmlns:a="http://schemas.openxmlformats.org/drawingml/2006/main">
            <a:r>
              <a:t/>
            </a:r>
          </a:p>
          <a:p xmlns:a="http://schemas.openxmlformats.org/drawingml/2006/main">
            <a:r>
              <a:t>SOURCE SLIDE 26</a:t>
            </a:r>
          </a:p>
          <a:p xmlns:a="http://schemas.openxmlformats.org/drawingml/2006/main">
            <a:r>
              <a:t>BUSINESS VALUE &amp; STRATEGY Key Risks</a:t>
            </a:r>
          </a:p>
          <a:p xmlns:a="http://schemas.openxmlformats.org/drawingml/2006/main">
            <a:r>
              <a:t/>
            </a:r>
          </a:p>
          <a:p xmlns:a="http://schemas.openxmlformats.org/drawingml/2006/main">
            <a:r>
              <a:t>SOURCE SLIDE 29</a:t>
            </a:r>
          </a:p>
          <a:p xmlns:a="http://schemas.openxmlformats.org/drawingml/2006/main">
            <a:r>
              <a:t>TOOLS Appendix A: AI Outputs and Ticket Draft A A1  Fresh AI explanation A2  Ticket draft matches the chat Case 8146: generated 21 Oct at 17:37 Case 8146: Other, Low, Customer Service</a:t>
            </a:r>
          </a:p>
          <a:p xmlns:a="http://schemas.openxmlformats.org/drawingml/2006/main">
            <a:r>
              <a:t/>
            </a:r>
          </a:p>
          <a:p xmlns:a="http://schemas.openxmlformats.org/drawingml/2006/main">
            <a:r>
              <a:t>SOURCE SLIDE 30</a:t>
            </a:r>
          </a:p>
          <a:p xmlns:a="http://schemas.openxmlformats.org/drawingml/2006/main">
            <a:r>
              <a:t>TOOLS Appendix B: Agent and Customer Checks B B1  Agent draft and sending restriction B2  Customer reply after reload Case 2905: no permission, send disabled Case 8146: one new QA reply at 17:47</a:t>
            </a:r>
          </a:p>
          <a:p xmlns:a="http://schemas.openxmlformats.org/drawingml/2006/main">
            <a:r>
              <a:t/>
            </a:r>
          </a:p>
          <a:p xmlns:a="http://schemas.openxmlformats.org/drawingml/2006/main">
            <a:r>
              <a:t>Editorial interpretation</a:t>
            </a:r>
          </a:p>
          <a:p xmlns:a="http://schemas.openxmlformats.org/drawingml/2006/main">
            <a:r>
              <a:t>Source financial tables include raster screenshots. This summary uses source base/high rows: benefit42180m/net14948m and benefit63270m/net36038m, so both imply cost27232m VND. Base net/cost=54.8898%; high net/cost=132.3377%, rounded to source54.9%/132.3%. 7400/month ×12=88800/year. VND250000 ×0.4 ×6=600000 per full-six-month retained customer. The source first-year recognised benefit42180m is used; it differs from full-six-month lifetime benefit53280m and depends on cohort timing. A six-month cap with uniform monthly cohorts gives57 paid cohort-months ×7400 ×100000=42180000000; this is a numerical reconciliation, not a newly verified company assumption. Break-even source~57331/year at average recognised margin475000 implies~27232m benefit, not the~21312m shown in one break-even image. We omit that conflicting benefit cell and state the reconciled threshold. Source risk slide R3 still mentions historical6.67pp and negative base case; those belong to the older three-month scenario and are not reused. Source financial assumptions are national rollout scale, distinct from local business case and 2705-customer prototype. Pilot targets are proposals, not achieved metrics. Full browser send/reply journey and one legacy test-data issue remain open in source slides21–22. Concurrency and security are not signed off. Roadmap waves and thresholds are conditional proposals; native-app/physical-print verification is outside these source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066923bb0b41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f6a18e316c45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7a2b1aa4cd42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22addb1fb443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a73d1927f944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8618924f7e74a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6540D7-0AA6-40D8-95B6-78D365BB5B92}"/>
              </a:ext>
            </a:extLst>
          </p:cNvPr>
          <p:cNvSpPr>
            <a:spLocks xmlns:a="http://schemas.openxmlformats.org/drawingml/2006/main" noGrp="1"/>
          </p:cNvSpPr>
          <p:nvPr>
            <p:ph type="title" idx="0"/>
          </p:nvPr>
        </p:nvSpPr>
        <p:spPr>
          <a:xfrm xmlns:a="http://schemas.openxmlformats.org/drawingml/2006/main">
            <a:off x="756000" y="4039200"/>
            <a:ext cx="6048000" cy="154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976" b="1">
                <a:solidFill>
                  <a:schemeClr val="tx1"/>
                </a:solidFill>
                <a:latin typeface="+mj-lt"/>
                <a:ea typeface="+mj-lt"/>
                <a:cs typeface="+mj-lt"/>
              </a:defRPr>
            </a:defPPr>
            <a:lvl1pPr marL="0" indent="0" algn="ctr">
              <a:lnSpc>
                <a:spcPct val="110000"/>
              </a:lnSpc>
              <a:spcBef>
                <a:spcPts val="0"/>
              </a:spcBef>
              <a:spcAft>
                <a:spcPts val="0"/>
              </a:spcAft>
              <a:buNone/>
              <a:defRPr sz="2976" b="1">
                <a:solidFill>
                  <a:schemeClr val="tx1"/>
                </a:solidFill>
                <a:latin typeface="+mj-lt"/>
                <a:ea typeface="+mj-lt"/>
                <a:cs typeface="+mj-lt"/>
              </a:defRPr>
            </a:lvl1pPr>
            <a:lvl2pPr marL="0" indent="0" algn="ctr">
              <a:lnSpc>
                <a:spcPct val="110000"/>
              </a:lnSpc>
              <a:spcBef>
                <a:spcPts val="0"/>
              </a:spcBef>
              <a:spcAft>
                <a:spcPts val="0"/>
              </a:spcAft>
              <a:buNone/>
              <a:defRPr sz="2976" b="1">
                <a:solidFill>
                  <a:schemeClr val="tx1"/>
                </a:solidFill>
                <a:latin typeface="+mj-lt"/>
                <a:ea typeface="+mj-lt"/>
                <a:cs typeface="+mj-lt"/>
              </a:defRPr>
            </a:lvl2pPr>
            <a:lvl3pPr marL="0" indent="0" algn="ctr">
              <a:lnSpc>
                <a:spcPct val="110000"/>
              </a:lnSpc>
              <a:spcBef>
                <a:spcPts val="0"/>
              </a:spcBef>
              <a:spcAft>
                <a:spcPts val="0"/>
              </a:spcAft>
              <a:buNone/>
              <a:defRPr sz="2976" b="1">
                <a:solidFill>
                  <a:schemeClr val="tx1"/>
                </a:solidFill>
                <a:latin typeface="+mj-lt"/>
                <a:ea typeface="+mj-lt"/>
                <a:cs typeface="+mj-lt"/>
              </a:defRPr>
            </a:lvl3pPr>
            <a:lvl4pPr marL="0" indent="0" algn="ctr">
              <a:lnSpc>
                <a:spcPct val="110000"/>
              </a:lnSpc>
              <a:spcBef>
                <a:spcPts val="0"/>
              </a:spcBef>
              <a:spcAft>
                <a:spcPts val="0"/>
              </a:spcAft>
              <a:buNone/>
              <a:defRPr sz="2976" b="1">
                <a:solidFill>
                  <a:schemeClr val="tx1"/>
                </a:solidFill>
                <a:latin typeface="+mj-lt"/>
                <a:ea typeface="+mj-lt"/>
                <a:cs typeface="+mj-lt"/>
              </a:defRPr>
            </a:lvl4pPr>
            <a:lvl5pPr marL="0" indent="0" algn="ctr">
              <a:lnSpc>
                <a:spcPct val="110000"/>
              </a:lnSpc>
              <a:spcBef>
                <a:spcPts val="0"/>
              </a:spcBef>
              <a:spcAft>
                <a:spcPts val="0"/>
              </a:spcAft>
              <a:buNone/>
              <a:defRPr sz="2976" b="1">
                <a:solidFill>
                  <a:schemeClr val="tx1"/>
                </a:solidFill>
                <a:latin typeface="+mj-lt"/>
                <a:ea typeface="+mj-lt"/>
                <a:cs typeface="+mj-lt"/>
              </a:defRPr>
            </a:lvl5pPr>
            <a:lvl6pPr marL="0" indent="0" algn="ctr">
              <a:lnSpc>
                <a:spcPct val="110000"/>
              </a:lnSpc>
              <a:spcBef>
                <a:spcPts val="0"/>
              </a:spcBef>
              <a:spcAft>
                <a:spcPts val="0"/>
              </a:spcAft>
              <a:buNone/>
              <a:defRPr sz="2976" b="1">
                <a:solidFill>
                  <a:schemeClr val="tx1"/>
                </a:solidFill>
                <a:latin typeface="+mj-lt"/>
                <a:ea typeface="+mj-lt"/>
                <a:cs typeface="+mj-lt"/>
              </a:defRPr>
            </a:lvl6pPr>
            <a:lvl7pPr marL="0" indent="0" algn="ctr">
              <a:lnSpc>
                <a:spcPct val="110000"/>
              </a:lnSpc>
              <a:spcBef>
                <a:spcPts val="0"/>
              </a:spcBef>
              <a:spcAft>
                <a:spcPts val="0"/>
              </a:spcAft>
              <a:buNone/>
              <a:defRPr sz="2976" b="1">
                <a:solidFill>
                  <a:schemeClr val="tx1"/>
                </a:solidFill>
                <a:latin typeface="+mj-lt"/>
                <a:ea typeface="+mj-lt"/>
                <a:cs typeface="+mj-lt"/>
              </a:defRPr>
            </a:lvl7pPr>
            <a:lvl8pPr marL="0" indent="0" algn="ctr">
              <a:lnSpc>
                <a:spcPct val="110000"/>
              </a:lnSpc>
              <a:spcBef>
                <a:spcPts val="0"/>
              </a:spcBef>
              <a:spcAft>
                <a:spcPts val="0"/>
              </a:spcAft>
              <a:buNone/>
              <a:defRPr sz="2976" b="1">
                <a:solidFill>
                  <a:schemeClr val="tx1"/>
                </a:solidFill>
                <a:latin typeface="+mj-lt"/>
                <a:ea typeface="+mj-lt"/>
                <a:cs typeface="+mj-lt"/>
              </a:defRPr>
            </a:lvl8pPr>
            <a:lvl9pPr marL="0" indent="0" algn="ctr">
              <a:lnSpc>
                <a:spcPct val="110000"/>
              </a:lnSpc>
              <a:spcBef>
                <a:spcPts val="0"/>
              </a:spcBef>
              <a:spcAft>
                <a:spcPts val="0"/>
              </a:spcAft>
              <a:buNone/>
              <a:defRPr sz="2976"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18FD792-B380-44D5-B7DC-E510BBAB3090}"/>
              </a:ext>
            </a:extLst>
          </p:cNvPr>
          <p:cNvSpPr>
            <a:spLocks xmlns:a="http://schemas.openxmlformats.org/drawingml/2006/main" noGrp="1"/>
          </p:cNvSpPr>
          <p:nvPr>
            <p:ph type="subTitle" idx="1"/>
          </p:nvPr>
        </p:nvSpPr>
        <p:spPr>
          <a:xfrm xmlns:a="http://schemas.openxmlformats.org/drawingml/2006/main">
            <a:off x="1134000" y="5880600"/>
            <a:ext cx="5292000" cy="1188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02" b="0">
                <a:solidFill>
                  <a:schemeClr val="tx1"/>
                </a:solidFill>
                <a:latin typeface="+mn-lt"/>
                <a:ea typeface="+mn-lt"/>
                <a:cs typeface="+mn-lt"/>
              </a:defRPr>
            </a:defPPr>
            <a:lvl1pPr marL="0" indent="0" algn="ctr">
              <a:lnSpc>
                <a:spcPct val="110000"/>
              </a:lnSpc>
              <a:spcBef>
                <a:spcPts val="0"/>
              </a:spcBef>
              <a:spcAft>
                <a:spcPts val="0"/>
              </a:spcAft>
              <a:buNone/>
              <a:defRPr sz="1302" b="0">
                <a:solidFill>
                  <a:schemeClr val="tx1"/>
                </a:solidFill>
                <a:latin typeface="+mn-lt"/>
                <a:ea typeface="+mn-lt"/>
                <a:cs typeface="+mn-lt"/>
              </a:defRPr>
            </a:lvl1pPr>
            <a:lvl2pPr marL="0" indent="0" algn="ctr">
              <a:lnSpc>
                <a:spcPct val="110000"/>
              </a:lnSpc>
              <a:spcBef>
                <a:spcPts val="0"/>
              </a:spcBef>
              <a:spcAft>
                <a:spcPts val="0"/>
              </a:spcAft>
              <a:buNone/>
              <a:defRPr sz="1302" b="0">
                <a:solidFill>
                  <a:schemeClr val="tx1"/>
                </a:solidFill>
                <a:latin typeface="+mn-lt"/>
                <a:ea typeface="+mn-lt"/>
                <a:cs typeface="+mn-lt"/>
              </a:defRPr>
            </a:lvl2pPr>
            <a:lvl3pPr marL="0" indent="0" algn="ctr">
              <a:lnSpc>
                <a:spcPct val="110000"/>
              </a:lnSpc>
              <a:spcBef>
                <a:spcPts val="0"/>
              </a:spcBef>
              <a:spcAft>
                <a:spcPts val="0"/>
              </a:spcAft>
              <a:buNone/>
              <a:defRPr sz="1302" b="0">
                <a:solidFill>
                  <a:schemeClr val="tx1"/>
                </a:solidFill>
                <a:latin typeface="+mn-lt"/>
                <a:ea typeface="+mn-lt"/>
                <a:cs typeface="+mn-lt"/>
              </a:defRPr>
            </a:lvl3pPr>
            <a:lvl4pPr marL="0" indent="0" algn="ctr">
              <a:lnSpc>
                <a:spcPct val="110000"/>
              </a:lnSpc>
              <a:spcBef>
                <a:spcPts val="0"/>
              </a:spcBef>
              <a:spcAft>
                <a:spcPts val="0"/>
              </a:spcAft>
              <a:buNone/>
              <a:defRPr sz="1302" b="0">
                <a:solidFill>
                  <a:schemeClr val="tx1"/>
                </a:solidFill>
                <a:latin typeface="+mn-lt"/>
                <a:ea typeface="+mn-lt"/>
                <a:cs typeface="+mn-lt"/>
              </a:defRPr>
            </a:lvl4pPr>
            <a:lvl5pPr marL="0" indent="0" algn="ctr">
              <a:lnSpc>
                <a:spcPct val="110000"/>
              </a:lnSpc>
              <a:spcBef>
                <a:spcPts val="0"/>
              </a:spcBef>
              <a:spcAft>
                <a:spcPts val="0"/>
              </a:spcAft>
              <a:buNone/>
              <a:defRPr sz="1302" b="0">
                <a:solidFill>
                  <a:schemeClr val="tx1"/>
                </a:solidFill>
                <a:latin typeface="+mn-lt"/>
                <a:ea typeface="+mn-lt"/>
                <a:cs typeface="+mn-lt"/>
              </a:defRPr>
            </a:lvl5pPr>
            <a:lvl6pPr marL="0" indent="0" algn="ctr">
              <a:lnSpc>
                <a:spcPct val="110000"/>
              </a:lnSpc>
              <a:spcBef>
                <a:spcPts val="0"/>
              </a:spcBef>
              <a:spcAft>
                <a:spcPts val="0"/>
              </a:spcAft>
              <a:buNone/>
              <a:defRPr sz="1302" b="0">
                <a:solidFill>
                  <a:schemeClr val="tx1"/>
                </a:solidFill>
                <a:latin typeface="+mn-lt"/>
                <a:ea typeface="+mn-lt"/>
                <a:cs typeface="+mn-lt"/>
              </a:defRPr>
            </a:lvl6pPr>
            <a:lvl7pPr marL="0" indent="0" algn="ctr">
              <a:lnSpc>
                <a:spcPct val="110000"/>
              </a:lnSpc>
              <a:spcBef>
                <a:spcPts val="0"/>
              </a:spcBef>
              <a:spcAft>
                <a:spcPts val="0"/>
              </a:spcAft>
              <a:buNone/>
              <a:defRPr sz="1302" b="0">
                <a:solidFill>
                  <a:schemeClr val="tx1"/>
                </a:solidFill>
                <a:latin typeface="+mn-lt"/>
                <a:ea typeface="+mn-lt"/>
                <a:cs typeface="+mn-lt"/>
              </a:defRPr>
            </a:lvl7pPr>
            <a:lvl8pPr marL="0" indent="0" algn="ctr">
              <a:lnSpc>
                <a:spcPct val="110000"/>
              </a:lnSpc>
              <a:spcBef>
                <a:spcPts val="0"/>
              </a:spcBef>
              <a:spcAft>
                <a:spcPts val="0"/>
              </a:spcAft>
              <a:buNone/>
              <a:defRPr sz="1302" b="0">
                <a:solidFill>
                  <a:schemeClr val="tx1"/>
                </a:solidFill>
                <a:latin typeface="+mn-lt"/>
                <a:ea typeface="+mn-lt"/>
                <a:cs typeface="+mn-lt"/>
              </a:defRPr>
            </a:lvl8pPr>
            <a:lvl9pPr marL="0" indent="0" algn="ctr">
              <a:lnSpc>
                <a:spcPct val="110000"/>
              </a:lnSpc>
              <a:spcBef>
                <a:spcPts val="0"/>
              </a:spcBef>
              <a:spcAft>
                <a:spcPts val="0"/>
              </a:spcAft>
              <a:buNone/>
              <a:defRPr sz="130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251448-D3E5-4802-BFDF-E30A5F9A771B}"/>
              </a:ext>
            </a:extLst>
          </p:cNvPr>
          <p:cNvSpPr>
            <a:spLocks xmlns:a="http://schemas.openxmlformats.org/drawingml/2006/main" noGrp="1"/>
          </p:cNvSpPr>
          <p:nvPr>
            <p:ph type="title" idx="0"/>
          </p:nvPr>
        </p:nvSpPr>
        <p:spPr>
          <a:xfrm xmlns:a="http://schemas.openxmlformats.org/drawingml/2006/main">
            <a:off x="756000" y="4455000"/>
            <a:ext cx="6048000" cy="178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04" b="1">
                <a:solidFill>
                  <a:schemeClr val="tx1"/>
                </a:solidFill>
                <a:latin typeface="+mj-lt"/>
                <a:ea typeface="+mj-lt"/>
                <a:cs typeface="+mj-lt"/>
              </a:defRPr>
            </a:defPPr>
            <a:lvl1pPr marL="0" indent="0" algn="ctr">
              <a:lnSpc>
                <a:spcPct val="110000"/>
              </a:lnSpc>
              <a:spcBef>
                <a:spcPts val="0"/>
              </a:spcBef>
              <a:spcAft>
                <a:spcPts val="0"/>
              </a:spcAft>
              <a:buNone/>
              <a:defRPr sz="2604" b="1">
                <a:solidFill>
                  <a:schemeClr val="tx1"/>
                </a:solidFill>
                <a:latin typeface="+mj-lt"/>
                <a:ea typeface="+mj-lt"/>
                <a:cs typeface="+mj-lt"/>
              </a:defRPr>
            </a:lvl1pPr>
            <a:lvl2pPr marL="0" indent="0" algn="ctr">
              <a:lnSpc>
                <a:spcPct val="110000"/>
              </a:lnSpc>
              <a:spcBef>
                <a:spcPts val="0"/>
              </a:spcBef>
              <a:spcAft>
                <a:spcPts val="0"/>
              </a:spcAft>
              <a:buNone/>
              <a:defRPr sz="2604" b="1">
                <a:solidFill>
                  <a:schemeClr val="tx1"/>
                </a:solidFill>
                <a:latin typeface="+mj-lt"/>
                <a:ea typeface="+mj-lt"/>
                <a:cs typeface="+mj-lt"/>
              </a:defRPr>
            </a:lvl2pPr>
            <a:lvl3pPr marL="0" indent="0" algn="ctr">
              <a:lnSpc>
                <a:spcPct val="110000"/>
              </a:lnSpc>
              <a:spcBef>
                <a:spcPts val="0"/>
              </a:spcBef>
              <a:spcAft>
                <a:spcPts val="0"/>
              </a:spcAft>
              <a:buNone/>
              <a:defRPr sz="2604" b="1">
                <a:solidFill>
                  <a:schemeClr val="tx1"/>
                </a:solidFill>
                <a:latin typeface="+mj-lt"/>
                <a:ea typeface="+mj-lt"/>
                <a:cs typeface="+mj-lt"/>
              </a:defRPr>
            </a:lvl3pPr>
            <a:lvl4pPr marL="0" indent="0" algn="ctr">
              <a:lnSpc>
                <a:spcPct val="110000"/>
              </a:lnSpc>
              <a:spcBef>
                <a:spcPts val="0"/>
              </a:spcBef>
              <a:spcAft>
                <a:spcPts val="0"/>
              </a:spcAft>
              <a:buNone/>
              <a:defRPr sz="2604" b="1">
                <a:solidFill>
                  <a:schemeClr val="tx1"/>
                </a:solidFill>
                <a:latin typeface="+mj-lt"/>
                <a:ea typeface="+mj-lt"/>
                <a:cs typeface="+mj-lt"/>
              </a:defRPr>
            </a:lvl4pPr>
            <a:lvl5pPr marL="0" indent="0" algn="ctr">
              <a:lnSpc>
                <a:spcPct val="110000"/>
              </a:lnSpc>
              <a:spcBef>
                <a:spcPts val="0"/>
              </a:spcBef>
              <a:spcAft>
                <a:spcPts val="0"/>
              </a:spcAft>
              <a:buNone/>
              <a:defRPr sz="2604" b="1">
                <a:solidFill>
                  <a:schemeClr val="tx1"/>
                </a:solidFill>
                <a:latin typeface="+mj-lt"/>
                <a:ea typeface="+mj-lt"/>
                <a:cs typeface="+mj-lt"/>
              </a:defRPr>
            </a:lvl5pPr>
            <a:lvl6pPr marL="0" indent="0" algn="ctr">
              <a:lnSpc>
                <a:spcPct val="110000"/>
              </a:lnSpc>
              <a:spcBef>
                <a:spcPts val="0"/>
              </a:spcBef>
              <a:spcAft>
                <a:spcPts val="0"/>
              </a:spcAft>
              <a:buNone/>
              <a:defRPr sz="2604" b="1">
                <a:solidFill>
                  <a:schemeClr val="tx1"/>
                </a:solidFill>
                <a:latin typeface="+mj-lt"/>
                <a:ea typeface="+mj-lt"/>
                <a:cs typeface="+mj-lt"/>
              </a:defRPr>
            </a:lvl6pPr>
            <a:lvl7pPr marL="0" indent="0" algn="ctr">
              <a:lnSpc>
                <a:spcPct val="110000"/>
              </a:lnSpc>
              <a:spcBef>
                <a:spcPts val="0"/>
              </a:spcBef>
              <a:spcAft>
                <a:spcPts val="0"/>
              </a:spcAft>
              <a:buNone/>
              <a:defRPr sz="2604" b="1">
                <a:solidFill>
                  <a:schemeClr val="tx1"/>
                </a:solidFill>
                <a:latin typeface="+mj-lt"/>
                <a:ea typeface="+mj-lt"/>
                <a:cs typeface="+mj-lt"/>
              </a:defRPr>
            </a:lvl7pPr>
            <a:lvl8pPr marL="0" indent="0" algn="ctr">
              <a:lnSpc>
                <a:spcPct val="110000"/>
              </a:lnSpc>
              <a:spcBef>
                <a:spcPts val="0"/>
              </a:spcBef>
              <a:spcAft>
                <a:spcPts val="0"/>
              </a:spcAft>
              <a:buNone/>
              <a:defRPr sz="2604" b="1">
                <a:solidFill>
                  <a:schemeClr val="tx1"/>
                </a:solidFill>
                <a:latin typeface="+mj-lt"/>
                <a:ea typeface="+mj-lt"/>
                <a:cs typeface="+mj-lt"/>
              </a:defRPr>
            </a:lvl8pPr>
            <a:lvl9pPr marL="0" indent="0" algn="ctr">
              <a:lnSpc>
                <a:spcPct val="110000"/>
              </a:lnSpc>
              <a:spcBef>
                <a:spcPts val="0"/>
              </a:spcBef>
              <a:spcAft>
                <a:spcPts val="0"/>
              </a:spcAft>
              <a:buNone/>
              <a:defRPr sz="260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4D28AE-0AC2-4A16-933F-16E957A69DA5}"/>
              </a:ext>
            </a:extLst>
          </p:cNvPr>
          <p:cNvSpPr>
            <a:spLocks xmlns:a="http://schemas.openxmlformats.org/drawingml/2006/main" noGrp="1"/>
          </p:cNvSpPr>
          <p:nvPr>
            <p:ph type="title" idx="0"/>
          </p:nvPr>
        </p:nvSpPr>
        <p:spPr>
          <a:xfrm xmlns:a="http://schemas.openxmlformats.org/drawingml/2006/main">
            <a:off x="425250" y="831600"/>
            <a:ext cx="6709500" cy="1306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6" b="1">
                <a:solidFill>
                  <a:schemeClr val="tx1"/>
                </a:solidFill>
                <a:latin typeface="+mj-lt"/>
                <a:ea typeface="+mj-lt"/>
                <a:cs typeface="+mj-lt"/>
              </a:defRPr>
            </a:defPPr>
            <a:lvl1pPr marL="0" indent="0" algn="l">
              <a:lnSpc>
                <a:spcPct val="110000"/>
              </a:lnSpc>
              <a:spcBef>
                <a:spcPts val="0"/>
              </a:spcBef>
              <a:spcAft>
                <a:spcPts val="0"/>
              </a:spcAft>
              <a:buNone/>
              <a:defRPr sz="2046" b="1">
                <a:solidFill>
                  <a:schemeClr val="tx1"/>
                </a:solidFill>
                <a:latin typeface="+mj-lt"/>
                <a:ea typeface="+mj-lt"/>
                <a:cs typeface="+mj-lt"/>
              </a:defRPr>
            </a:lvl1pPr>
            <a:lvl2pPr marL="0" indent="0" algn="l">
              <a:lnSpc>
                <a:spcPct val="110000"/>
              </a:lnSpc>
              <a:spcBef>
                <a:spcPts val="0"/>
              </a:spcBef>
              <a:spcAft>
                <a:spcPts val="0"/>
              </a:spcAft>
              <a:buNone/>
              <a:defRPr sz="2046" b="1">
                <a:solidFill>
                  <a:schemeClr val="tx1"/>
                </a:solidFill>
                <a:latin typeface="+mj-lt"/>
                <a:ea typeface="+mj-lt"/>
                <a:cs typeface="+mj-lt"/>
              </a:defRPr>
            </a:lvl2pPr>
            <a:lvl3pPr marL="0" indent="0" algn="l">
              <a:lnSpc>
                <a:spcPct val="110000"/>
              </a:lnSpc>
              <a:spcBef>
                <a:spcPts val="0"/>
              </a:spcBef>
              <a:spcAft>
                <a:spcPts val="0"/>
              </a:spcAft>
              <a:buNone/>
              <a:defRPr sz="2046" b="1">
                <a:solidFill>
                  <a:schemeClr val="tx1"/>
                </a:solidFill>
                <a:latin typeface="+mj-lt"/>
                <a:ea typeface="+mj-lt"/>
                <a:cs typeface="+mj-lt"/>
              </a:defRPr>
            </a:lvl3pPr>
            <a:lvl4pPr marL="0" indent="0" algn="l">
              <a:lnSpc>
                <a:spcPct val="110000"/>
              </a:lnSpc>
              <a:spcBef>
                <a:spcPts val="0"/>
              </a:spcBef>
              <a:spcAft>
                <a:spcPts val="0"/>
              </a:spcAft>
              <a:buNone/>
              <a:defRPr sz="2046" b="1">
                <a:solidFill>
                  <a:schemeClr val="tx1"/>
                </a:solidFill>
                <a:latin typeface="+mj-lt"/>
                <a:ea typeface="+mj-lt"/>
                <a:cs typeface="+mj-lt"/>
              </a:defRPr>
            </a:lvl4pPr>
            <a:lvl5pPr marL="0" indent="0" algn="l">
              <a:lnSpc>
                <a:spcPct val="110000"/>
              </a:lnSpc>
              <a:spcBef>
                <a:spcPts val="0"/>
              </a:spcBef>
              <a:spcAft>
                <a:spcPts val="0"/>
              </a:spcAft>
              <a:buNone/>
              <a:defRPr sz="2046" b="1">
                <a:solidFill>
                  <a:schemeClr val="tx1"/>
                </a:solidFill>
                <a:latin typeface="+mj-lt"/>
                <a:ea typeface="+mj-lt"/>
                <a:cs typeface="+mj-lt"/>
              </a:defRPr>
            </a:lvl5pPr>
            <a:lvl6pPr marL="0" indent="0" algn="l">
              <a:lnSpc>
                <a:spcPct val="110000"/>
              </a:lnSpc>
              <a:spcBef>
                <a:spcPts val="0"/>
              </a:spcBef>
              <a:spcAft>
                <a:spcPts val="0"/>
              </a:spcAft>
              <a:buNone/>
              <a:defRPr sz="2046" b="1">
                <a:solidFill>
                  <a:schemeClr val="tx1"/>
                </a:solidFill>
                <a:latin typeface="+mj-lt"/>
                <a:ea typeface="+mj-lt"/>
                <a:cs typeface="+mj-lt"/>
              </a:defRPr>
            </a:lvl6pPr>
            <a:lvl7pPr marL="0" indent="0" algn="l">
              <a:lnSpc>
                <a:spcPct val="110000"/>
              </a:lnSpc>
              <a:spcBef>
                <a:spcPts val="0"/>
              </a:spcBef>
              <a:spcAft>
                <a:spcPts val="0"/>
              </a:spcAft>
              <a:buNone/>
              <a:defRPr sz="2046" b="1">
                <a:solidFill>
                  <a:schemeClr val="tx1"/>
                </a:solidFill>
                <a:latin typeface="+mj-lt"/>
                <a:ea typeface="+mj-lt"/>
                <a:cs typeface="+mj-lt"/>
              </a:defRPr>
            </a:lvl7pPr>
            <a:lvl8pPr marL="0" indent="0" algn="l">
              <a:lnSpc>
                <a:spcPct val="110000"/>
              </a:lnSpc>
              <a:spcBef>
                <a:spcPts val="0"/>
              </a:spcBef>
              <a:spcAft>
                <a:spcPts val="0"/>
              </a:spcAft>
              <a:buNone/>
              <a:defRPr sz="2046" b="1">
                <a:solidFill>
                  <a:schemeClr val="tx1"/>
                </a:solidFill>
                <a:latin typeface="+mj-lt"/>
                <a:ea typeface="+mj-lt"/>
                <a:cs typeface="+mj-lt"/>
              </a:defRPr>
            </a:lvl8pPr>
            <a:lvl9pPr marL="0" indent="0" algn="l">
              <a:lnSpc>
                <a:spcPct val="110000"/>
              </a:lnSpc>
              <a:spcBef>
                <a:spcPts val="0"/>
              </a:spcBef>
              <a:spcAft>
                <a:spcPts val="0"/>
              </a:spcAft>
              <a:buNone/>
              <a:defRPr sz="2046"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2A07633-B4EA-46E6-B3BC-36A0ED899E27}"/>
              </a:ext>
            </a:extLst>
          </p:cNvPr>
          <p:cNvSpPr>
            <a:spLocks xmlns:a="http://schemas.openxmlformats.org/drawingml/2006/main" noGrp="1"/>
          </p:cNvSpPr>
          <p:nvPr>
            <p:ph type="body" idx="1"/>
          </p:nvPr>
        </p:nvSpPr>
        <p:spPr>
          <a:xfrm xmlns:a="http://schemas.openxmlformats.org/drawingml/2006/main">
            <a:off x="425250" y="2970000"/>
            <a:ext cx="6709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5" b="0">
                <a:solidFill>
                  <a:schemeClr val="tx1"/>
                </a:solidFill>
                <a:latin typeface="+mn-lt"/>
                <a:ea typeface="+mn-lt"/>
                <a:cs typeface="+mn-lt"/>
              </a:defRPr>
            </a:defPPr>
            <a:lvl1pPr marL="141750" indent="-141750" algn="l">
              <a:lnSpc>
                <a:spcPct val="110000"/>
              </a:lnSpc>
              <a:spcBef>
                <a:spcPts val="0"/>
              </a:spcBef>
              <a:spcAft>
                <a:spcPts val="744"/>
              </a:spcAft>
              <a:buChar char="•"/>
              <a:defRPr sz="1395" b="0">
                <a:solidFill>
                  <a:schemeClr val="tx1"/>
                </a:solidFill>
                <a:latin typeface="+mn-lt"/>
                <a:ea typeface="+mn-lt"/>
                <a:cs typeface="+mn-lt"/>
              </a:defRPr>
            </a:lvl1pPr>
            <a:lvl2pPr marL="330750" indent="-141750" algn="l">
              <a:lnSpc>
                <a:spcPct val="110000"/>
              </a:lnSpc>
              <a:spcBef>
                <a:spcPts val="0"/>
              </a:spcBef>
              <a:spcAft>
                <a:spcPts val="744"/>
              </a:spcAft>
              <a:buChar char="•"/>
              <a:defRPr sz="1395" b="0">
                <a:solidFill>
                  <a:schemeClr val="tx1"/>
                </a:solidFill>
                <a:latin typeface="+mn-lt"/>
                <a:ea typeface="+mn-lt"/>
                <a:cs typeface="+mn-lt"/>
              </a:defRPr>
            </a:lvl2pPr>
            <a:lvl3pPr marL="519750" indent="-141750" algn="l">
              <a:lnSpc>
                <a:spcPct val="110000"/>
              </a:lnSpc>
              <a:spcBef>
                <a:spcPts val="0"/>
              </a:spcBef>
              <a:spcAft>
                <a:spcPts val="744"/>
              </a:spcAft>
              <a:buChar char="•"/>
              <a:defRPr sz="1395" b="0">
                <a:solidFill>
                  <a:schemeClr val="tx1"/>
                </a:solidFill>
                <a:latin typeface="+mn-lt"/>
                <a:ea typeface="+mn-lt"/>
                <a:cs typeface="+mn-lt"/>
              </a:defRPr>
            </a:lvl3pPr>
            <a:lvl4pPr marL="708750" indent="-141750" algn="l">
              <a:lnSpc>
                <a:spcPct val="110000"/>
              </a:lnSpc>
              <a:spcBef>
                <a:spcPts val="0"/>
              </a:spcBef>
              <a:spcAft>
                <a:spcPts val="744"/>
              </a:spcAft>
              <a:buChar char="•"/>
              <a:defRPr sz="1395" b="0">
                <a:solidFill>
                  <a:schemeClr val="tx1"/>
                </a:solidFill>
                <a:latin typeface="+mn-lt"/>
                <a:ea typeface="+mn-lt"/>
                <a:cs typeface="+mn-lt"/>
              </a:defRPr>
            </a:lvl4pPr>
            <a:lvl5pPr marL="897750" indent="-141750" algn="l">
              <a:lnSpc>
                <a:spcPct val="110000"/>
              </a:lnSpc>
              <a:spcBef>
                <a:spcPts val="0"/>
              </a:spcBef>
              <a:spcAft>
                <a:spcPts val="744"/>
              </a:spcAft>
              <a:buChar char="•"/>
              <a:defRPr sz="1395" b="0">
                <a:solidFill>
                  <a:schemeClr val="tx1"/>
                </a:solidFill>
                <a:latin typeface="+mn-lt"/>
                <a:ea typeface="+mn-lt"/>
                <a:cs typeface="+mn-lt"/>
              </a:defRPr>
            </a:lvl5pPr>
            <a:lvl6pPr marL="1086750" indent="-141750" algn="l">
              <a:lnSpc>
                <a:spcPct val="110000"/>
              </a:lnSpc>
              <a:spcBef>
                <a:spcPts val="0"/>
              </a:spcBef>
              <a:spcAft>
                <a:spcPts val="744"/>
              </a:spcAft>
              <a:buChar char="•"/>
              <a:defRPr sz="1395" b="0">
                <a:solidFill>
                  <a:schemeClr val="tx1"/>
                </a:solidFill>
                <a:latin typeface="+mn-lt"/>
                <a:ea typeface="+mn-lt"/>
                <a:cs typeface="+mn-lt"/>
              </a:defRPr>
            </a:lvl6pPr>
            <a:lvl7pPr marL="1275750" indent="-141750" algn="l">
              <a:lnSpc>
                <a:spcPct val="110000"/>
              </a:lnSpc>
              <a:spcBef>
                <a:spcPts val="0"/>
              </a:spcBef>
              <a:spcAft>
                <a:spcPts val="744"/>
              </a:spcAft>
              <a:buChar char="•"/>
              <a:defRPr sz="1395" b="0">
                <a:solidFill>
                  <a:schemeClr val="tx1"/>
                </a:solidFill>
                <a:latin typeface="+mn-lt"/>
                <a:ea typeface="+mn-lt"/>
                <a:cs typeface="+mn-lt"/>
              </a:defRPr>
            </a:lvl7pPr>
            <a:lvl8pPr marL="1464750" indent="-141750" algn="l">
              <a:lnSpc>
                <a:spcPct val="110000"/>
              </a:lnSpc>
              <a:spcBef>
                <a:spcPts val="0"/>
              </a:spcBef>
              <a:spcAft>
                <a:spcPts val="744"/>
              </a:spcAft>
              <a:buChar char="•"/>
              <a:defRPr sz="1395" b="0">
                <a:solidFill>
                  <a:schemeClr val="tx1"/>
                </a:solidFill>
                <a:latin typeface="+mn-lt"/>
                <a:ea typeface="+mn-lt"/>
                <a:cs typeface="+mn-lt"/>
              </a:defRPr>
            </a:lvl8pPr>
            <a:lvl9pPr marL="1653750" indent="-141750" algn="l">
              <a:lnSpc>
                <a:spcPct val="110000"/>
              </a:lnSpc>
              <a:spcBef>
                <a:spcPts val="0"/>
              </a:spcBef>
              <a:spcAft>
                <a:spcPts val="744"/>
              </a:spcAft>
              <a:buChar char="•"/>
              <a:defRPr sz="139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9FBAF91-B2B0-423A-BC30-942430A19F5F}"/>
              </a:ext>
            </a:extLst>
          </p:cNvPr>
          <p:cNvSpPr>
            <a:spLocks xmlns:a="http://schemas.openxmlformats.org/drawingml/2006/main" noGrp="1"/>
          </p:cNvSpPr>
          <p:nvPr>
            <p:ph type="title" idx="0"/>
          </p:nvPr>
        </p:nvSpPr>
        <p:spPr>
          <a:xfrm xmlns:a="http://schemas.openxmlformats.org/drawingml/2006/main">
            <a:off x="425250" y="831600"/>
            <a:ext cx="6709500" cy="1306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6" b="1">
                <a:solidFill>
                  <a:schemeClr val="tx1"/>
                </a:solidFill>
                <a:latin typeface="+mj-lt"/>
                <a:ea typeface="+mj-lt"/>
                <a:cs typeface="+mj-lt"/>
              </a:defRPr>
            </a:defPPr>
            <a:lvl1pPr marL="0" indent="0" algn="l">
              <a:lnSpc>
                <a:spcPct val="110000"/>
              </a:lnSpc>
              <a:spcBef>
                <a:spcPts val="0"/>
              </a:spcBef>
              <a:spcAft>
                <a:spcPts val="0"/>
              </a:spcAft>
              <a:buNone/>
              <a:defRPr sz="2046" b="1">
                <a:solidFill>
                  <a:schemeClr val="tx1"/>
                </a:solidFill>
                <a:latin typeface="+mj-lt"/>
                <a:ea typeface="+mj-lt"/>
                <a:cs typeface="+mj-lt"/>
              </a:defRPr>
            </a:lvl1pPr>
            <a:lvl2pPr marL="0" indent="0" algn="l">
              <a:lnSpc>
                <a:spcPct val="110000"/>
              </a:lnSpc>
              <a:spcBef>
                <a:spcPts val="0"/>
              </a:spcBef>
              <a:spcAft>
                <a:spcPts val="0"/>
              </a:spcAft>
              <a:buNone/>
              <a:defRPr sz="2046" b="1">
                <a:solidFill>
                  <a:schemeClr val="tx1"/>
                </a:solidFill>
                <a:latin typeface="+mj-lt"/>
                <a:ea typeface="+mj-lt"/>
                <a:cs typeface="+mj-lt"/>
              </a:defRPr>
            </a:lvl2pPr>
            <a:lvl3pPr marL="0" indent="0" algn="l">
              <a:lnSpc>
                <a:spcPct val="110000"/>
              </a:lnSpc>
              <a:spcBef>
                <a:spcPts val="0"/>
              </a:spcBef>
              <a:spcAft>
                <a:spcPts val="0"/>
              </a:spcAft>
              <a:buNone/>
              <a:defRPr sz="2046" b="1">
                <a:solidFill>
                  <a:schemeClr val="tx1"/>
                </a:solidFill>
                <a:latin typeface="+mj-lt"/>
                <a:ea typeface="+mj-lt"/>
                <a:cs typeface="+mj-lt"/>
              </a:defRPr>
            </a:lvl3pPr>
            <a:lvl4pPr marL="0" indent="0" algn="l">
              <a:lnSpc>
                <a:spcPct val="110000"/>
              </a:lnSpc>
              <a:spcBef>
                <a:spcPts val="0"/>
              </a:spcBef>
              <a:spcAft>
                <a:spcPts val="0"/>
              </a:spcAft>
              <a:buNone/>
              <a:defRPr sz="2046" b="1">
                <a:solidFill>
                  <a:schemeClr val="tx1"/>
                </a:solidFill>
                <a:latin typeface="+mj-lt"/>
                <a:ea typeface="+mj-lt"/>
                <a:cs typeface="+mj-lt"/>
              </a:defRPr>
            </a:lvl4pPr>
            <a:lvl5pPr marL="0" indent="0" algn="l">
              <a:lnSpc>
                <a:spcPct val="110000"/>
              </a:lnSpc>
              <a:spcBef>
                <a:spcPts val="0"/>
              </a:spcBef>
              <a:spcAft>
                <a:spcPts val="0"/>
              </a:spcAft>
              <a:buNone/>
              <a:defRPr sz="2046" b="1">
                <a:solidFill>
                  <a:schemeClr val="tx1"/>
                </a:solidFill>
                <a:latin typeface="+mj-lt"/>
                <a:ea typeface="+mj-lt"/>
                <a:cs typeface="+mj-lt"/>
              </a:defRPr>
            </a:lvl5pPr>
            <a:lvl6pPr marL="0" indent="0" algn="l">
              <a:lnSpc>
                <a:spcPct val="110000"/>
              </a:lnSpc>
              <a:spcBef>
                <a:spcPts val="0"/>
              </a:spcBef>
              <a:spcAft>
                <a:spcPts val="0"/>
              </a:spcAft>
              <a:buNone/>
              <a:defRPr sz="2046" b="1">
                <a:solidFill>
                  <a:schemeClr val="tx1"/>
                </a:solidFill>
                <a:latin typeface="+mj-lt"/>
                <a:ea typeface="+mj-lt"/>
                <a:cs typeface="+mj-lt"/>
              </a:defRPr>
            </a:lvl6pPr>
            <a:lvl7pPr marL="0" indent="0" algn="l">
              <a:lnSpc>
                <a:spcPct val="110000"/>
              </a:lnSpc>
              <a:spcBef>
                <a:spcPts val="0"/>
              </a:spcBef>
              <a:spcAft>
                <a:spcPts val="0"/>
              </a:spcAft>
              <a:buNone/>
              <a:defRPr sz="2046" b="1">
                <a:solidFill>
                  <a:schemeClr val="tx1"/>
                </a:solidFill>
                <a:latin typeface="+mj-lt"/>
                <a:ea typeface="+mj-lt"/>
                <a:cs typeface="+mj-lt"/>
              </a:defRPr>
            </a:lvl7pPr>
            <a:lvl8pPr marL="0" indent="0" algn="l">
              <a:lnSpc>
                <a:spcPct val="110000"/>
              </a:lnSpc>
              <a:spcBef>
                <a:spcPts val="0"/>
              </a:spcBef>
              <a:spcAft>
                <a:spcPts val="0"/>
              </a:spcAft>
              <a:buNone/>
              <a:defRPr sz="2046" b="1">
                <a:solidFill>
                  <a:schemeClr val="tx1"/>
                </a:solidFill>
                <a:latin typeface="+mj-lt"/>
                <a:ea typeface="+mj-lt"/>
                <a:cs typeface="+mj-lt"/>
              </a:defRPr>
            </a:lvl8pPr>
            <a:lvl9pPr marL="0" indent="0" algn="l">
              <a:lnSpc>
                <a:spcPct val="110000"/>
              </a:lnSpc>
              <a:spcBef>
                <a:spcPts val="0"/>
              </a:spcBef>
              <a:spcAft>
                <a:spcPts val="0"/>
              </a:spcAft>
              <a:buNone/>
              <a:defRPr sz="2046"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46D917-51C0-4CC0-8B67-F1CF11A57C10}"/>
              </a:ext>
            </a:extLst>
          </p:cNvPr>
          <p:cNvSpPr>
            <a:spLocks xmlns:a="http://schemas.openxmlformats.org/drawingml/2006/main" noGrp="1"/>
          </p:cNvSpPr>
          <p:nvPr>
            <p:ph type="body" idx="1"/>
          </p:nvPr>
        </p:nvSpPr>
        <p:spPr>
          <a:xfrm xmlns:a="http://schemas.openxmlformats.org/drawingml/2006/main">
            <a:off x="425250" y="2970000"/>
            <a:ext cx="3118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2" b="0">
                <a:solidFill>
                  <a:schemeClr val="tx1"/>
                </a:solidFill>
                <a:latin typeface="+mn-lt"/>
                <a:ea typeface="+mn-lt"/>
                <a:cs typeface="+mn-lt"/>
              </a:defRPr>
            </a:defPPr>
            <a:lvl1pPr marL="141750" indent="-141750" algn="l">
              <a:lnSpc>
                <a:spcPct val="110000"/>
              </a:lnSpc>
              <a:spcBef>
                <a:spcPts val="0"/>
              </a:spcBef>
              <a:spcAft>
                <a:spcPts val="744"/>
              </a:spcAft>
              <a:buChar char="•"/>
              <a:defRPr sz="1302" b="0">
                <a:solidFill>
                  <a:schemeClr val="tx1"/>
                </a:solidFill>
                <a:latin typeface="+mn-lt"/>
                <a:ea typeface="+mn-lt"/>
                <a:cs typeface="+mn-lt"/>
              </a:defRPr>
            </a:lvl1pPr>
            <a:lvl2pPr marL="330750" indent="-141750" algn="l">
              <a:lnSpc>
                <a:spcPct val="110000"/>
              </a:lnSpc>
              <a:spcBef>
                <a:spcPts val="0"/>
              </a:spcBef>
              <a:spcAft>
                <a:spcPts val="744"/>
              </a:spcAft>
              <a:buChar char="•"/>
              <a:defRPr sz="1302" b="0">
                <a:solidFill>
                  <a:schemeClr val="tx1"/>
                </a:solidFill>
                <a:latin typeface="+mn-lt"/>
                <a:ea typeface="+mn-lt"/>
                <a:cs typeface="+mn-lt"/>
              </a:defRPr>
            </a:lvl2pPr>
            <a:lvl3pPr marL="519750" indent="-141750" algn="l">
              <a:lnSpc>
                <a:spcPct val="110000"/>
              </a:lnSpc>
              <a:spcBef>
                <a:spcPts val="0"/>
              </a:spcBef>
              <a:spcAft>
                <a:spcPts val="744"/>
              </a:spcAft>
              <a:buChar char="•"/>
              <a:defRPr sz="1302" b="0">
                <a:solidFill>
                  <a:schemeClr val="tx1"/>
                </a:solidFill>
                <a:latin typeface="+mn-lt"/>
                <a:ea typeface="+mn-lt"/>
                <a:cs typeface="+mn-lt"/>
              </a:defRPr>
            </a:lvl3pPr>
            <a:lvl4pPr marL="708750" indent="-141750" algn="l">
              <a:lnSpc>
                <a:spcPct val="110000"/>
              </a:lnSpc>
              <a:spcBef>
                <a:spcPts val="0"/>
              </a:spcBef>
              <a:spcAft>
                <a:spcPts val="744"/>
              </a:spcAft>
              <a:buChar char="•"/>
              <a:defRPr sz="1302" b="0">
                <a:solidFill>
                  <a:schemeClr val="tx1"/>
                </a:solidFill>
                <a:latin typeface="+mn-lt"/>
                <a:ea typeface="+mn-lt"/>
                <a:cs typeface="+mn-lt"/>
              </a:defRPr>
            </a:lvl4pPr>
            <a:lvl5pPr marL="897750" indent="-141750" algn="l">
              <a:lnSpc>
                <a:spcPct val="110000"/>
              </a:lnSpc>
              <a:spcBef>
                <a:spcPts val="0"/>
              </a:spcBef>
              <a:spcAft>
                <a:spcPts val="744"/>
              </a:spcAft>
              <a:buChar char="•"/>
              <a:defRPr sz="1302" b="0">
                <a:solidFill>
                  <a:schemeClr val="tx1"/>
                </a:solidFill>
                <a:latin typeface="+mn-lt"/>
                <a:ea typeface="+mn-lt"/>
                <a:cs typeface="+mn-lt"/>
              </a:defRPr>
            </a:lvl5pPr>
            <a:lvl6pPr marL="1086750" indent="-141750" algn="l">
              <a:lnSpc>
                <a:spcPct val="110000"/>
              </a:lnSpc>
              <a:spcBef>
                <a:spcPts val="0"/>
              </a:spcBef>
              <a:spcAft>
                <a:spcPts val="744"/>
              </a:spcAft>
              <a:buChar char="•"/>
              <a:defRPr sz="1302" b="0">
                <a:solidFill>
                  <a:schemeClr val="tx1"/>
                </a:solidFill>
                <a:latin typeface="+mn-lt"/>
                <a:ea typeface="+mn-lt"/>
                <a:cs typeface="+mn-lt"/>
              </a:defRPr>
            </a:lvl6pPr>
            <a:lvl7pPr marL="1275750" indent="-141750" algn="l">
              <a:lnSpc>
                <a:spcPct val="110000"/>
              </a:lnSpc>
              <a:spcBef>
                <a:spcPts val="0"/>
              </a:spcBef>
              <a:spcAft>
                <a:spcPts val="744"/>
              </a:spcAft>
              <a:buChar char="•"/>
              <a:defRPr sz="1302" b="0">
                <a:solidFill>
                  <a:schemeClr val="tx1"/>
                </a:solidFill>
                <a:latin typeface="+mn-lt"/>
                <a:ea typeface="+mn-lt"/>
                <a:cs typeface="+mn-lt"/>
              </a:defRPr>
            </a:lvl7pPr>
            <a:lvl8pPr marL="1464750" indent="-141750" algn="l">
              <a:lnSpc>
                <a:spcPct val="110000"/>
              </a:lnSpc>
              <a:spcBef>
                <a:spcPts val="0"/>
              </a:spcBef>
              <a:spcAft>
                <a:spcPts val="744"/>
              </a:spcAft>
              <a:buChar char="•"/>
              <a:defRPr sz="1302" b="0">
                <a:solidFill>
                  <a:schemeClr val="tx1"/>
                </a:solidFill>
                <a:latin typeface="+mn-lt"/>
                <a:ea typeface="+mn-lt"/>
                <a:cs typeface="+mn-lt"/>
              </a:defRPr>
            </a:lvl8pPr>
            <a:lvl9pPr marL="1653750" indent="-141750" algn="l">
              <a:lnSpc>
                <a:spcPct val="110000"/>
              </a:lnSpc>
              <a:spcBef>
                <a:spcPts val="0"/>
              </a:spcBef>
              <a:spcAft>
                <a:spcPts val="744"/>
              </a:spcAft>
              <a:buChar char="•"/>
              <a:defRPr sz="130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A9DF469-A0B6-4502-8AF4-98461126DAF7}"/>
              </a:ext>
            </a:extLst>
          </p:cNvPr>
          <p:cNvSpPr>
            <a:spLocks xmlns:a="http://schemas.openxmlformats.org/drawingml/2006/main" noGrp="1"/>
          </p:cNvSpPr>
          <p:nvPr>
            <p:ph type="body" idx="2"/>
          </p:nvPr>
        </p:nvSpPr>
        <p:spPr>
          <a:xfrm xmlns:a="http://schemas.openxmlformats.org/drawingml/2006/main">
            <a:off x="4016250" y="2970000"/>
            <a:ext cx="3118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2" b="0">
                <a:solidFill>
                  <a:schemeClr val="tx1"/>
                </a:solidFill>
                <a:latin typeface="+mn-lt"/>
                <a:ea typeface="+mn-lt"/>
                <a:cs typeface="+mn-lt"/>
              </a:defRPr>
            </a:defPPr>
            <a:lvl1pPr marL="141750" indent="-141750" algn="l">
              <a:lnSpc>
                <a:spcPct val="110000"/>
              </a:lnSpc>
              <a:spcBef>
                <a:spcPts val="0"/>
              </a:spcBef>
              <a:spcAft>
                <a:spcPts val="744"/>
              </a:spcAft>
              <a:buChar char="•"/>
              <a:defRPr sz="1302" b="0">
                <a:solidFill>
                  <a:schemeClr val="tx1"/>
                </a:solidFill>
                <a:latin typeface="+mn-lt"/>
                <a:ea typeface="+mn-lt"/>
                <a:cs typeface="+mn-lt"/>
              </a:defRPr>
            </a:lvl1pPr>
            <a:lvl2pPr marL="330750" indent="-141750" algn="l">
              <a:lnSpc>
                <a:spcPct val="110000"/>
              </a:lnSpc>
              <a:spcBef>
                <a:spcPts val="0"/>
              </a:spcBef>
              <a:spcAft>
                <a:spcPts val="744"/>
              </a:spcAft>
              <a:buChar char="•"/>
              <a:defRPr sz="1302" b="0">
                <a:solidFill>
                  <a:schemeClr val="tx1"/>
                </a:solidFill>
                <a:latin typeface="+mn-lt"/>
                <a:ea typeface="+mn-lt"/>
                <a:cs typeface="+mn-lt"/>
              </a:defRPr>
            </a:lvl2pPr>
            <a:lvl3pPr marL="519750" indent="-141750" algn="l">
              <a:lnSpc>
                <a:spcPct val="110000"/>
              </a:lnSpc>
              <a:spcBef>
                <a:spcPts val="0"/>
              </a:spcBef>
              <a:spcAft>
                <a:spcPts val="744"/>
              </a:spcAft>
              <a:buChar char="•"/>
              <a:defRPr sz="1302" b="0">
                <a:solidFill>
                  <a:schemeClr val="tx1"/>
                </a:solidFill>
                <a:latin typeface="+mn-lt"/>
                <a:ea typeface="+mn-lt"/>
                <a:cs typeface="+mn-lt"/>
              </a:defRPr>
            </a:lvl3pPr>
            <a:lvl4pPr marL="708750" indent="-141750" algn="l">
              <a:lnSpc>
                <a:spcPct val="110000"/>
              </a:lnSpc>
              <a:spcBef>
                <a:spcPts val="0"/>
              </a:spcBef>
              <a:spcAft>
                <a:spcPts val="744"/>
              </a:spcAft>
              <a:buChar char="•"/>
              <a:defRPr sz="1302" b="0">
                <a:solidFill>
                  <a:schemeClr val="tx1"/>
                </a:solidFill>
                <a:latin typeface="+mn-lt"/>
                <a:ea typeface="+mn-lt"/>
                <a:cs typeface="+mn-lt"/>
              </a:defRPr>
            </a:lvl4pPr>
            <a:lvl5pPr marL="897750" indent="-141750" algn="l">
              <a:lnSpc>
                <a:spcPct val="110000"/>
              </a:lnSpc>
              <a:spcBef>
                <a:spcPts val="0"/>
              </a:spcBef>
              <a:spcAft>
                <a:spcPts val="744"/>
              </a:spcAft>
              <a:buChar char="•"/>
              <a:defRPr sz="1302" b="0">
                <a:solidFill>
                  <a:schemeClr val="tx1"/>
                </a:solidFill>
                <a:latin typeface="+mn-lt"/>
                <a:ea typeface="+mn-lt"/>
                <a:cs typeface="+mn-lt"/>
              </a:defRPr>
            </a:lvl5pPr>
            <a:lvl6pPr marL="1086750" indent="-141750" algn="l">
              <a:lnSpc>
                <a:spcPct val="110000"/>
              </a:lnSpc>
              <a:spcBef>
                <a:spcPts val="0"/>
              </a:spcBef>
              <a:spcAft>
                <a:spcPts val="744"/>
              </a:spcAft>
              <a:buChar char="•"/>
              <a:defRPr sz="1302" b="0">
                <a:solidFill>
                  <a:schemeClr val="tx1"/>
                </a:solidFill>
                <a:latin typeface="+mn-lt"/>
                <a:ea typeface="+mn-lt"/>
                <a:cs typeface="+mn-lt"/>
              </a:defRPr>
            </a:lvl6pPr>
            <a:lvl7pPr marL="1275750" indent="-141750" algn="l">
              <a:lnSpc>
                <a:spcPct val="110000"/>
              </a:lnSpc>
              <a:spcBef>
                <a:spcPts val="0"/>
              </a:spcBef>
              <a:spcAft>
                <a:spcPts val="744"/>
              </a:spcAft>
              <a:buChar char="•"/>
              <a:defRPr sz="1302" b="0">
                <a:solidFill>
                  <a:schemeClr val="tx1"/>
                </a:solidFill>
                <a:latin typeface="+mn-lt"/>
                <a:ea typeface="+mn-lt"/>
                <a:cs typeface="+mn-lt"/>
              </a:defRPr>
            </a:lvl7pPr>
            <a:lvl8pPr marL="1464750" indent="-141750" algn="l">
              <a:lnSpc>
                <a:spcPct val="110000"/>
              </a:lnSpc>
              <a:spcBef>
                <a:spcPts val="0"/>
              </a:spcBef>
              <a:spcAft>
                <a:spcPts val="744"/>
              </a:spcAft>
              <a:buChar char="•"/>
              <a:defRPr sz="1302" b="0">
                <a:solidFill>
                  <a:schemeClr val="tx1"/>
                </a:solidFill>
                <a:latin typeface="+mn-lt"/>
                <a:ea typeface="+mn-lt"/>
                <a:cs typeface="+mn-lt"/>
              </a:defRPr>
            </a:lvl8pPr>
            <a:lvl9pPr marL="1653750" indent="-141750" algn="l">
              <a:lnSpc>
                <a:spcPct val="110000"/>
              </a:lnSpc>
              <a:spcBef>
                <a:spcPts val="0"/>
              </a:spcBef>
              <a:spcAft>
                <a:spcPts val="744"/>
              </a:spcAft>
              <a:buChar char="•"/>
              <a:defRPr sz="130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EB9FED-2562-4596-8A01-35A55C7320D1}"/>
              </a:ext>
            </a:extLst>
          </p:cNvPr>
          <p:cNvSpPr>
            <a:spLocks xmlns:a="http://schemas.openxmlformats.org/drawingml/2006/main" noGrp="1"/>
          </p:cNvSpPr>
          <p:nvPr>
            <p:ph type="title" idx="0"/>
          </p:nvPr>
        </p:nvSpPr>
        <p:spPr>
          <a:xfrm xmlns:a="http://schemas.openxmlformats.org/drawingml/2006/main">
            <a:off x="425250" y="831600"/>
            <a:ext cx="6709500" cy="1306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6" b="1">
                <a:solidFill>
                  <a:schemeClr val="tx1"/>
                </a:solidFill>
                <a:latin typeface="+mj-lt"/>
                <a:ea typeface="+mj-lt"/>
                <a:cs typeface="+mj-lt"/>
              </a:defRPr>
            </a:defPPr>
            <a:lvl1pPr marL="0" indent="0" algn="l">
              <a:lnSpc>
                <a:spcPct val="110000"/>
              </a:lnSpc>
              <a:spcBef>
                <a:spcPts val="0"/>
              </a:spcBef>
              <a:spcAft>
                <a:spcPts val="0"/>
              </a:spcAft>
              <a:buNone/>
              <a:defRPr sz="2046" b="1">
                <a:solidFill>
                  <a:schemeClr val="tx1"/>
                </a:solidFill>
                <a:latin typeface="+mj-lt"/>
                <a:ea typeface="+mj-lt"/>
                <a:cs typeface="+mj-lt"/>
              </a:defRPr>
            </a:lvl1pPr>
            <a:lvl2pPr marL="0" indent="0" algn="l">
              <a:lnSpc>
                <a:spcPct val="110000"/>
              </a:lnSpc>
              <a:spcBef>
                <a:spcPts val="0"/>
              </a:spcBef>
              <a:spcAft>
                <a:spcPts val="0"/>
              </a:spcAft>
              <a:buNone/>
              <a:defRPr sz="2046" b="1">
                <a:solidFill>
                  <a:schemeClr val="tx1"/>
                </a:solidFill>
                <a:latin typeface="+mj-lt"/>
                <a:ea typeface="+mj-lt"/>
                <a:cs typeface="+mj-lt"/>
              </a:defRPr>
            </a:lvl2pPr>
            <a:lvl3pPr marL="0" indent="0" algn="l">
              <a:lnSpc>
                <a:spcPct val="110000"/>
              </a:lnSpc>
              <a:spcBef>
                <a:spcPts val="0"/>
              </a:spcBef>
              <a:spcAft>
                <a:spcPts val="0"/>
              </a:spcAft>
              <a:buNone/>
              <a:defRPr sz="2046" b="1">
                <a:solidFill>
                  <a:schemeClr val="tx1"/>
                </a:solidFill>
                <a:latin typeface="+mj-lt"/>
                <a:ea typeface="+mj-lt"/>
                <a:cs typeface="+mj-lt"/>
              </a:defRPr>
            </a:lvl3pPr>
            <a:lvl4pPr marL="0" indent="0" algn="l">
              <a:lnSpc>
                <a:spcPct val="110000"/>
              </a:lnSpc>
              <a:spcBef>
                <a:spcPts val="0"/>
              </a:spcBef>
              <a:spcAft>
                <a:spcPts val="0"/>
              </a:spcAft>
              <a:buNone/>
              <a:defRPr sz="2046" b="1">
                <a:solidFill>
                  <a:schemeClr val="tx1"/>
                </a:solidFill>
                <a:latin typeface="+mj-lt"/>
                <a:ea typeface="+mj-lt"/>
                <a:cs typeface="+mj-lt"/>
              </a:defRPr>
            </a:lvl4pPr>
            <a:lvl5pPr marL="0" indent="0" algn="l">
              <a:lnSpc>
                <a:spcPct val="110000"/>
              </a:lnSpc>
              <a:spcBef>
                <a:spcPts val="0"/>
              </a:spcBef>
              <a:spcAft>
                <a:spcPts val="0"/>
              </a:spcAft>
              <a:buNone/>
              <a:defRPr sz="2046" b="1">
                <a:solidFill>
                  <a:schemeClr val="tx1"/>
                </a:solidFill>
                <a:latin typeface="+mj-lt"/>
                <a:ea typeface="+mj-lt"/>
                <a:cs typeface="+mj-lt"/>
              </a:defRPr>
            </a:lvl5pPr>
            <a:lvl6pPr marL="0" indent="0" algn="l">
              <a:lnSpc>
                <a:spcPct val="110000"/>
              </a:lnSpc>
              <a:spcBef>
                <a:spcPts val="0"/>
              </a:spcBef>
              <a:spcAft>
                <a:spcPts val="0"/>
              </a:spcAft>
              <a:buNone/>
              <a:defRPr sz="2046" b="1">
                <a:solidFill>
                  <a:schemeClr val="tx1"/>
                </a:solidFill>
                <a:latin typeface="+mj-lt"/>
                <a:ea typeface="+mj-lt"/>
                <a:cs typeface="+mj-lt"/>
              </a:defRPr>
            </a:lvl6pPr>
            <a:lvl7pPr marL="0" indent="0" algn="l">
              <a:lnSpc>
                <a:spcPct val="110000"/>
              </a:lnSpc>
              <a:spcBef>
                <a:spcPts val="0"/>
              </a:spcBef>
              <a:spcAft>
                <a:spcPts val="0"/>
              </a:spcAft>
              <a:buNone/>
              <a:defRPr sz="2046" b="1">
                <a:solidFill>
                  <a:schemeClr val="tx1"/>
                </a:solidFill>
                <a:latin typeface="+mj-lt"/>
                <a:ea typeface="+mj-lt"/>
                <a:cs typeface="+mj-lt"/>
              </a:defRPr>
            </a:lvl7pPr>
            <a:lvl8pPr marL="0" indent="0" algn="l">
              <a:lnSpc>
                <a:spcPct val="110000"/>
              </a:lnSpc>
              <a:spcBef>
                <a:spcPts val="0"/>
              </a:spcBef>
              <a:spcAft>
                <a:spcPts val="0"/>
              </a:spcAft>
              <a:buNone/>
              <a:defRPr sz="2046" b="1">
                <a:solidFill>
                  <a:schemeClr val="tx1"/>
                </a:solidFill>
                <a:latin typeface="+mj-lt"/>
                <a:ea typeface="+mj-lt"/>
                <a:cs typeface="+mj-lt"/>
              </a:defRPr>
            </a:lvl8pPr>
            <a:lvl9pPr marL="0" indent="0" algn="l">
              <a:lnSpc>
                <a:spcPct val="110000"/>
              </a:lnSpc>
              <a:spcBef>
                <a:spcPts val="0"/>
              </a:spcBef>
              <a:spcAft>
                <a:spcPts val="0"/>
              </a:spcAft>
              <a:buNone/>
              <a:defRPr sz="2046"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09DB08-D7D0-40D2-85B0-C4BB90C99837}"/>
              </a:ext>
            </a:extLst>
          </p:cNvPr>
          <p:cNvSpPr>
            <a:spLocks xmlns:a="http://schemas.openxmlformats.org/drawingml/2006/main" noGrp="1"/>
          </p:cNvSpPr>
          <p:nvPr>
            <p:ph type="body" idx="1"/>
          </p:nvPr>
        </p:nvSpPr>
        <p:spPr>
          <a:xfrm xmlns:a="http://schemas.openxmlformats.org/drawingml/2006/main">
            <a:off x="425250" y="2970000"/>
            <a:ext cx="3118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5" b="0">
                <a:solidFill>
                  <a:schemeClr val="tx1"/>
                </a:solidFill>
                <a:latin typeface="+mn-lt"/>
                <a:ea typeface="+mn-lt"/>
                <a:cs typeface="+mn-lt"/>
              </a:defRPr>
            </a:defPPr>
            <a:lvl1pPr marL="141750" indent="-141750" algn="l">
              <a:lnSpc>
                <a:spcPct val="110000"/>
              </a:lnSpc>
              <a:spcBef>
                <a:spcPts val="0"/>
              </a:spcBef>
              <a:spcAft>
                <a:spcPts val="744"/>
              </a:spcAft>
              <a:buChar char="•"/>
              <a:defRPr sz="1395" b="0">
                <a:solidFill>
                  <a:schemeClr val="tx1"/>
                </a:solidFill>
                <a:latin typeface="+mn-lt"/>
                <a:ea typeface="+mn-lt"/>
                <a:cs typeface="+mn-lt"/>
              </a:defRPr>
            </a:lvl1pPr>
            <a:lvl2pPr marL="330750" indent="-141750" algn="l">
              <a:lnSpc>
                <a:spcPct val="110000"/>
              </a:lnSpc>
              <a:spcBef>
                <a:spcPts val="0"/>
              </a:spcBef>
              <a:spcAft>
                <a:spcPts val="744"/>
              </a:spcAft>
              <a:buChar char="•"/>
              <a:defRPr sz="1395" b="0">
                <a:solidFill>
                  <a:schemeClr val="tx1"/>
                </a:solidFill>
                <a:latin typeface="+mn-lt"/>
                <a:ea typeface="+mn-lt"/>
                <a:cs typeface="+mn-lt"/>
              </a:defRPr>
            </a:lvl2pPr>
            <a:lvl3pPr marL="519750" indent="-141750" algn="l">
              <a:lnSpc>
                <a:spcPct val="110000"/>
              </a:lnSpc>
              <a:spcBef>
                <a:spcPts val="0"/>
              </a:spcBef>
              <a:spcAft>
                <a:spcPts val="744"/>
              </a:spcAft>
              <a:buChar char="•"/>
              <a:defRPr sz="1395" b="0">
                <a:solidFill>
                  <a:schemeClr val="tx1"/>
                </a:solidFill>
                <a:latin typeface="+mn-lt"/>
                <a:ea typeface="+mn-lt"/>
                <a:cs typeface="+mn-lt"/>
              </a:defRPr>
            </a:lvl3pPr>
            <a:lvl4pPr marL="708750" indent="-141750" algn="l">
              <a:lnSpc>
                <a:spcPct val="110000"/>
              </a:lnSpc>
              <a:spcBef>
                <a:spcPts val="0"/>
              </a:spcBef>
              <a:spcAft>
                <a:spcPts val="744"/>
              </a:spcAft>
              <a:buChar char="•"/>
              <a:defRPr sz="1395" b="0">
                <a:solidFill>
                  <a:schemeClr val="tx1"/>
                </a:solidFill>
                <a:latin typeface="+mn-lt"/>
                <a:ea typeface="+mn-lt"/>
                <a:cs typeface="+mn-lt"/>
              </a:defRPr>
            </a:lvl4pPr>
            <a:lvl5pPr marL="897750" indent="-141750" algn="l">
              <a:lnSpc>
                <a:spcPct val="110000"/>
              </a:lnSpc>
              <a:spcBef>
                <a:spcPts val="0"/>
              </a:spcBef>
              <a:spcAft>
                <a:spcPts val="744"/>
              </a:spcAft>
              <a:buChar char="•"/>
              <a:defRPr sz="1395" b="0">
                <a:solidFill>
                  <a:schemeClr val="tx1"/>
                </a:solidFill>
                <a:latin typeface="+mn-lt"/>
                <a:ea typeface="+mn-lt"/>
                <a:cs typeface="+mn-lt"/>
              </a:defRPr>
            </a:lvl5pPr>
            <a:lvl6pPr marL="1086750" indent="-141750" algn="l">
              <a:lnSpc>
                <a:spcPct val="110000"/>
              </a:lnSpc>
              <a:spcBef>
                <a:spcPts val="0"/>
              </a:spcBef>
              <a:spcAft>
                <a:spcPts val="744"/>
              </a:spcAft>
              <a:buChar char="•"/>
              <a:defRPr sz="1395" b="0">
                <a:solidFill>
                  <a:schemeClr val="tx1"/>
                </a:solidFill>
                <a:latin typeface="+mn-lt"/>
                <a:ea typeface="+mn-lt"/>
                <a:cs typeface="+mn-lt"/>
              </a:defRPr>
            </a:lvl6pPr>
            <a:lvl7pPr marL="1275750" indent="-141750" algn="l">
              <a:lnSpc>
                <a:spcPct val="110000"/>
              </a:lnSpc>
              <a:spcBef>
                <a:spcPts val="0"/>
              </a:spcBef>
              <a:spcAft>
                <a:spcPts val="744"/>
              </a:spcAft>
              <a:buChar char="•"/>
              <a:defRPr sz="1395" b="0">
                <a:solidFill>
                  <a:schemeClr val="tx1"/>
                </a:solidFill>
                <a:latin typeface="+mn-lt"/>
                <a:ea typeface="+mn-lt"/>
                <a:cs typeface="+mn-lt"/>
              </a:defRPr>
            </a:lvl7pPr>
            <a:lvl8pPr marL="1464750" indent="-141750" algn="l">
              <a:lnSpc>
                <a:spcPct val="110000"/>
              </a:lnSpc>
              <a:spcBef>
                <a:spcPts val="0"/>
              </a:spcBef>
              <a:spcAft>
                <a:spcPts val="744"/>
              </a:spcAft>
              <a:buChar char="•"/>
              <a:defRPr sz="1395" b="0">
                <a:solidFill>
                  <a:schemeClr val="tx1"/>
                </a:solidFill>
                <a:latin typeface="+mn-lt"/>
                <a:ea typeface="+mn-lt"/>
                <a:cs typeface="+mn-lt"/>
              </a:defRPr>
            </a:lvl8pPr>
            <a:lvl9pPr marL="1653750" indent="-141750" algn="l">
              <a:lnSpc>
                <a:spcPct val="110000"/>
              </a:lnSpc>
              <a:spcBef>
                <a:spcPts val="0"/>
              </a:spcBef>
              <a:spcAft>
                <a:spcPts val="744"/>
              </a:spcAft>
              <a:buChar char="•"/>
              <a:defRPr sz="139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32fd0671b74429" /><Relationship Type="http://schemas.openxmlformats.org/officeDocument/2006/relationships/slideLayout" Target="/ppt/slideLayouts/slideLayout1.xml" Id="Rc56894a654bf4a24" /><Relationship Type="http://schemas.openxmlformats.org/officeDocument/2006/relationships/slideLayout" Target="/ppt/slideLayouts/slideLayout2.xml" Id="R52628e436501472c" /><Relationship Type="http://schemas.openxmlformats.org/officeDocument/2006/relationships/slideLayout" Target="/ppt/slideLayouts/slideLayout3.xml" Id="R1866662080a84d7f" /><Relationship Type="http://schemas.openxmlformats.org/officeDocument/2006/relationships/slideLayout" Target="/ppt/slideLayouts/slideLayout4.xml" Id="R3ed80165c5494988" /><Relationship Type="http://schemas.openxmlformats.org/officeDocument/2006/relationships/slideLayout" Target="/ppt/slideLayouts/slideLayout5.xml" Id="R8baaaaac664c40ab" /><Relationship Type="http://schemas.openxmlformats.org/officeDocument/2006/relationships/slideLayout" Target="/ppt/slideLayouts/slideLayout6.xml" Id="R1df55c78ed054a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6894a654bf4a24"/>
    <p:sldLayoutId xmlns:r="http://schemas.openxmlformats.org/officeDocument/2006/relationships" id="2147483650" r:id="R52628e436501472c"/>
    <p:sldLayoutId xmlns:r="http://schemas.openxmlformats.org/officeDocument/2006/relationships" id="2147483651" r:id="R1866662080a84d7f"/>
    <p:sldLayoutId xmlns:r="http://schemas.openxmlformats.org/officeDocument/2006/relationships" id="2147483652" r:id="R3ed80165c5494988"/>
    <p:sldLayoutId xmlns:r="http://schemas.openxmlformats.org/officeDocument/2006/relationships" id="2147483653" r:id="R8baaaaac664c40ab"/>
    <p:sldLayoutId xmlns:r="http://schemas.openxmlformats.org/officeDocument/2006/relationships" id="2147483654" r:id="R1df55c78ed054a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elecom White A4">
      <a:dk1>
        <a:srgbClr val="000000"/>
      </a:dk1>
      <a:lt1>
        <a:srgbClr val="FFFFFF"/>
      </a:lt1>
      <a:dk2>
        <a:srgbClr val="142C48"/>
      </a:dk2>
      <a:lt2>
        <a:srgbClr val="F4F8FC"/>
      </a:lt2>
      <a:accent1>
        <a:srgbClr val="0D69B3"/>
      </a:accent1>
      <a:accent2>
        <a:srgbClr val="F27323"/>
      </a:accent2>
      <a:accent3>
        <a:srgbClr val="1FB34A"/>
      </a:accent3>
      <a:accent4>
        <a:srgbClr val="61738A"/>
      </a:accent4>
      <a:accent5>
        <a:srgbClr val="4E87B5"/>
      </a:accent5>
      <a:accent6>
        <a:srgbClr val="A7CDE8"/>
      </a:accent6>
      <a:hlink>
        <a:srgbClr val="0D69B3"/>
      </a:hlink>
      <a:folHlink>
        <a:srgbClr val="F27323"/>
      </a:folHlink>
    </a:clrScheme>
    <a:fontScheme name="">
      <a:majorFont>
        <a:latin typeface="Aptos"/>
        <a:ea typeface=""/>
        <a:cs typeface=""/>
      </a:majorFont>
      <a:minorFont>
        <a:latin typeface="Aptos"/>
        <a:ea typeface=""/>
        <a:cs typeface=""/>
      </a:minorFont>
    </a:fontScheme>
    <a:fmtScheme name="Telecom White A4">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8770e3681cf40df" /><Relationship Type="http://schemas.openxmlformats.org/officeDocument/2006/relationships/notesSlide" Target="/ppt/notesSlides/notesSlide1.xml" Id="R793d824cb41e46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b39d1f42b1648af" /><Relationship Type="http://schemas.openxmlformats.org/officeDocument/2006/relationships/image" Target="/ppt/media/image.png" Id="Rec24b1b243d4462f" /><Relationship Type="http://schemas.openxmlformats.org/officeDocument/2006/relationships/chart" Target="/ppt/slides/charts/chart1.xml" Id="Ra93367b9f9454c33" /><Relationship Type="http://schemas.openxmlformats.org/officeDocument/2006/relationships/notesSlide" Target="/ppt/notesSlides/notesSlide2.xml" Id="R135c2375132747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2c4db4850264dde" /><Relationship Type="http://schemas.openxmlformats.org/officeDocument/2006/relationships/notesSlide" Target="/ppt/notesSlides/notesSlide3.xml" Id="R15701c40fdab44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4bc31db55864453" /><Relationship Type="http://schemas.openxmlformats.org/officeDocument/2006/relationships/notesSlide" Target="/ppt/notesSlides/notesSlide4.xml" Id="R8a67789674794d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3fffb1a7fb34823" /><Relationship Type="http://schemas.openxmlformats.org/officeDocument/2006/relationships/notesSlide" Target="/ppt/notesSlides/notesSlide5.xml" Id="R8fca88c85e794c6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Customer churn count</c:v>
          </c:tx>
          <c:spPr>
            <a:solidFill xmlns:a="http://schemas.openxmlformats.org/drawingml/2006/main">
              <a:srgbClr val="0D69B3"/>
            </a:solidFill>
          </c:spPr>
          <c:invertIfNegative val="0"/>
          <c:cat>
            <c:strRef>
              <c:f>'Chart Data'!$A$2:$A$3</c:f>
              <c:strCache>
                <c:ptCount val="2"/>
                <c:pt idx="0">
                  <c:v>August</c:v>
                </c:pt>
                <c:pt idx="1">
                  <c:v>September</c:v>
                </c:pt>
              </c:strCache>
            </c:strRef>
          </c:cat>
          <c:val>
            <c:numRef>
              <c:f>'Chart Data'!$B$2:$B$3</c:f>
              <c:numCache>
                <c:formatCode>General</c:formatCode>
                <c:ptCount val="2"/>
                <c:pt idx="0">
                  <c:v>1300</c:v>
                </c:pt>
                <c:pt idx="1">
                  <c:v>2500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1">
                  <a:solidFill>
                    <a:srgbClr val="142C48"/>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5715">
            <a:solidFill>
              <a:srgbClr val="DAE3EB"/>
            </a:solidFill>
          </a:ln>
        </c:spPr>
        <c:txPr>
          <a:bodyPr xmlns:a="http://schemas.openxmlformats.org/drawingml/2006/main" anchorCtr="1"/>
          <a:lstStyle xmlns:a="http://schemas.openxmlformats.org/drawingml/2006/main"/>
          <a:p xmlns:a="http://schemas.openxmlformats.org/drawingml/2006/main">
            <a:pPr>
              <a:defRPr sz="1000">
                <a:solidFill>
                  <a:srgbClr val="61738A"/>
                </a:solidFill>
                <a:latin typeface="Aptos"/>
                <a:ea typeface="Aptos"/>
                <a:cs typeface="Aptos"/>
              </a:defRPr>
            </a:pPr>
          </a:p>
        </c:txPr>
        <c:crossAx val="48672768"/>
      </c:catAx>
      <c:valAx>
        <c:axId val="48672768"/>
        <c:scaling>
          <c:orientation val="minMax"/>
          <c:max val="3000"/>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BDD239-99B4-40C4-8520-47E86155BDC6}"/>
              </a:ext>
            </a:extLst>
          </p:cNvPr>
          <p:cNvSpPr>
            <a:spLocks xmlns:a="http://schemas.openxmlformats.org/drawingml/2006/main" noGrp="1"/>
          </p:cNvSpPr>
          <p:nvPr/>
        </p:nvSpPr>
        <p:spPr>
          <a:xfrm xmlns:a="http://schemas.openxmlformats.org/drawingml/2006/main">
            <a:off x="504000" y="2016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EXECUTIVE SUMMARY</a:t>
            </a:r>
          </a:p>
        </p:txBody>
      </p:sp>
      <p:sp>
        <p:nvSpPr>
          <p:cNvPr id="2" name="">
            <a:extLst xmlns:a="http://schemas.openxmlformats.org/drawingml/2006/main">
              <a:ext uri="{FF2B5EF4-FFF2-40B4-BE49-F238E27FC236}">
                <a16:creationId xmlns:a16="http://schemas.microsoft.com/office/drawing/2014/main" id="{DD669194-E945-45D5-9032-10CE8D5145FE}"/>
              </a:ext>
            </a:extLst>
          </p:cNvPr>
          <p:cNvSpPr>
            <a:spLocks xmlns:a="http://schemas.openxmlformats.org/drawingml/2006/main" noGrp="1"/>
          </p:cNvSpPr>
          <p:nvPr/>
        </p:nvSpPr>
        <p:spPr>
          <a:xfrm xmlns:a="http://schemas.openxmlformats.org/drawingml/2006/main">
            <a:off x="504000" y="2772000"/>
            <a:ext cx="6552000" cy="19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00" b="1">
                <a:solidFill>
                  <a:srgbClr val="142C48"/>
                </a:solidFill>
                <a:latin typeface="Aptos"/>
                <a:ea typeface="Aptos"/>
                <a:cs typeface="Aptos"/>
              </a:defRPr>
            </a:defPPr>
            <a:lvl1pPr>
              <a:defRPr sz="3200" b="1">
                <a:solidFill>
                  <a:srgbClr val="142C48"/>
                </a:solidFill>
                <a:latin typeface="Aptos"/>
                <a:ea typeface="Aptos"/>
                <a:cs typeface="Aptos"/>
              </a:defRPr>
            </a:lvl1pPr>
            <a:lvl2pPr>
              <a:defRPr sz="3200" b="1">
                <a:solidFill>
                  <a:srgbClr val="142C48"/>
                </a:solidFill>
                <a:latin typeface="Aptos"/>
                <a:ea typeface="Aptos"/>
                <a:cs typeface="Aptos"/>
              </a:defRPr>
            </a:lvl2pPr>
            <a:lvl3pPr>
              <a:defRPr sz="3200" b="1">
                <a:solidFill>
                  <a:srgbClr val="142C48"/>
                </a:solidFill>
                <a:latin typeface="Aptos"/>
                <a:ea typeface="Aptos"/>
                <a:cs typeface="Aptos"/>
              </a:defRPr>
            </a:lvl3pPr>
            <a:lvl4pPr>
              <a:defRPr sz="3200" b="1">
                <a:solidFill>
                  <a:srgbClr val="142C48"/>
                </a:solidFill>
                <a:latin typeface="Aptos"/>
                <a:ea typeface="Aptos"/>
                <a:cs typeface="Aptos"/>
              </a:defRPr>
            </a:lvl4pPr>
            <a:lvl5pPr>
              <a:defRPr sz="3200" b="1">
                <a:solidFill>
                  <a:srgbClr val="142C48"/>
                </a:solidFill>
                <a:latin typeface="Aptos"/>
                <a:ea typeface="Aptos"/>
                <a:cs typeface="Aptos"/>
              </a:defRPr>
            </a:lvl5pPr>
            <a:lvl6pPr>
              <a:defRPr sz="3200" b="1">
                <a:solidFill>
                  <a:srgbClr val="142C48"/>
                </a:solidFill>
                <a:latin typeface="Aptos"/>
                <a:ea typeface="Aptos"/>
                <a:cs typeface="Aptos"/>
              </a:defRPr>
            </a:lvl6pPr>
            <a:lvl7pPr>
              <a:defRPr sz="3200" b="1">
                <a:solidFill>
                  <a:srgbClr val="142C48"/>
                </a:solidFill>
                <a:latin typeface="Aptos"/>
                <a:ea typeface="Aptos"/>
                <a:cs typeface="Aptos"/>
              </a:defRPr>
            </a:lvl7pPr>
            <a:lvl8pPr>
              <a:defRPr sz="3200" b="1">
                <a:solidFill>
                  <a:srgbClr val="142C48"/>
                </a:solidFill>
                <a:latin typeface="Aptos"/>
                <a:ea typeface="Aptos"/>
                <a:cs typeface="Aptos"/>
              </a:defRPr>
            </a:lvl8pPr>
            <a:lvl9pPr>
              <a:defRPr sz="3200" b="1">
                <a:solidFill>
                  <a:srgbClr val="142C48"/>
                </a:solidFill>
                <a:latin typeface="Aptos"/>
                <a:ea typeface="Aptos"/>
                <a:cs typeface="Aptos"/>
              </a:defRPr>
            </a:lvl9pPr>
          </a:lstStyle>
          <a:p xmlns:a="http://schemas.openxmlformats.org/drawingml/2006/main">
            <a:pPr>
              <a:defRPr sz="3200" b="1">
                <a:solidFill>
                  <a:srgbClr val="142C48"/>
                </a:solidFill>
                <a:latin typeface="Aptos"/>
                <a:ea typeface="Aptos"/>
                <a:cs typeface="Aptos"/>
              </a:defRPr>
            </a:pPr>
            <a:r>
              <a:rPr sz="3200" b="1">
                <a:solidFill>
                  <a:srgbClr val="142C48"/>
                </a:solidFill>
                <a:latin typeface="Aptos"/>
                <a:ea typeface="Aptos"/>
                <a:cs typeface="Aptos"/>
              </a:rPr>
              <a:t>AI-Powered</a:t>
            </a:r>
          </a:p>
          <a:p xmlns:a="http://schemas.openxmlformats.org/drawingml/2006/main">
            <a:pPr>
              <a:defRPr sz="3200" b="1">
                <a:solidFill>
                  <a:srgbClr val="142C48"/>
                </a:solidFill>
                <a:latin typeface="Aptos"/>
                <a:ea typeface="Aptos"/>
                <a:cs typeface="Aptos"/>
              </a:defRPr>
            </a:pPr>
            <a:r>
              <a:rPr sz="3200" b="1">
                <a:solidFill>
                  <a:srgbClr val="142C48"/>
                </a:solidFill>
                <a:latin typeface="Aptos"/>
                <a:ea typeface="Aptos"/>
                <a:cs typeface="Aptos"/>
              </a:rPr>
              <a:t>Telecom Customer</a:t>
            </a:r>
          </a:p>
          <a:p xmlns:a="http://schemas.openxmlformats.org/drawingml/2006/main">
            <a:pPr>
              <a:defRPr sz="3200" b="1">
                <a:solidFill>
                  <a:srgbClr val="142C48"/>
                </a:solidFill>
                <a:latin typeface="Aptos"/>
                <a:ea typeface="Aptos"/>
                <a:cs typeface="Aptos"/>
              </a:defRPr>
            </a:pPr>
            <a:r>
              <a:rPr sz="3200" b="1">
                <a:solidFill>
                  <a:srgbClr val="142C48"/>
                </a:solidFill>
                <a:latin typeface="Aptos"/>
                <a:ea typeface="Aptos"/>
                <a:cs typeface="Aptos"/>
              </a:rPr>
              <a:t>Retention</a:t>
            </a:r>
          </a:p>
        </p:txBody>
      </p:sp>
      <p:sp>
        <p:nvSpPr>
          <p:cNvPr id="3" name="">
            <a:extLst xmlns:a="http://schemas.openxmlformats.org/drawingml/2006/main">
              <a:ext uri="{FF2B5EF4-FFF2-40B4-BE49-F238E27FC236}">
                <a16:creationId xmlns:a16="http://schemas.microsoft.com/office/drawing/2014/main" id="{379C3D3B-00A2-4620-8D81-4D8069AE4A2E}"/>
              </a:ext>
            </a:extLst>
          </p:cNvPr>
          <p:cNvSpPr>
            <a:spLocks xmlns:a="http://schemas.openxmlformats.org/drawingml/2006/main" noGrp="1"/>
          </p:cNvSpPr>
          <p:nvPr/>
        </p:nvSpPr>
        <p:spPr>
          <a:xfrm xmlns:a="http://schemas.openxmlformats.org/drawingml/2006/main">
            <a:off x="504000" y="5076000"/>
            <a:ext cx="864000" cy="9000"/>
          </a:xfrm>
          <a:prstGeom xmlns:a="http://schemas.openxmlformats.org/drawingml/2006/main" prst="rect">
            <a:avLst/>
          </a:prstGeom>
          <a:solidFill xmlns:a="http://schemas.openxmlformats.org/drawingml/2006/main">
            <a:srgbClr val="F2732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1F29D8-BC19-4B5D-A5C5-C73AE879CAEE}"/>
              </a:ext>
            </a:extLst>
          </p:cNvPr>
          <p:cNvSpPr>
            <a:spLocks xmlns:a="http://schemas.openxmlformats.org/drawingml/2006/main" noGrp="1"/>
          </p:cNvSpPr>
          <p:nvPr/>
        </p:nvSpPr>
        <p:spPr>
          <a:xfrm xmlns:a="http://schemas.openxmlformats.org/drawingml/2006/main">
            <a:off x="504000" y="5508000"/>
            <a:ext cx="6120000" cy="90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00" b="0">
                <a:solidFill>
                  <a:srgbClr val="61738A"/>
                </a:solidFill>
                <a:latin typeface="Aptos"/>
                <a:ea typeface="Aptos"/>
                <a:cs typeface="Aptos"/>
              </a:defRPr>
            </a:defPPr>
            <a:lvl1pPr>
              <a:defRPr sz="1400" b="0">
                <a:solidFill>
                  <a:srgbClr val="61738A"/>
                </a:solidFill>
                <a:latin typeface="Aptos"/>
                <a:ea typeface="Aptos"/>
                <a:cs typeface="Aptos"/>
              </a:defRPr>
            </a:lvl1pPr>
            <a:lvl2pPr>
              <a:defRPr sz="1400" b="0">
                <a:solidFill>
                  <a:srgbClr val="61738A"/>
                </a:solidFill>
                <a:latin typeface="Aptos"/>
                <a:ea typeface="Aptos"/>
                <a:cs typeface="Aptos"/>
              </a:defRPr>
            </a:lvl2pPr>
            <a:lvl3pPr>
              <a:defRPr sz="1400" b="0">
                <a:solidFill>
                  <a:srgbClr val="61738A"/>
                </a:solidFill>
                <a:latin typeface="Aptos"/>
                <a:ea typeface="Aptos"/>
                <a:cs typeface="Aptos"/>
              </a:defRPr>
            </a:lvl3pPr>
            <a:lvl4pPr>
              <a:defRPr sz="1400" b="0">
                <a:solidFill>
                  <a:srgbClr val="61738A"/>
                </a:solidFill>
                <a:latin typeface="Aptos"/>
                <a:ea typeface="Aptos"/>
                <a:cs typeface="Aptos"/>
              </a:defRPr>
            </a:lvl4pPr>
            <a:lvl5pPr>
              <a:defRPr sz="1400" b="0">
                <a:solidFill>
                  <a:srgbClr val="61738A"/>
                </a:solidFill>
                <a:latin typeface="Aptos"/>
                <a:ea typeface="Aptos"/>
                <a:cs typeface="Aptos"/>
              </a:defRPr>
            </a:lvl5pPr>
            <a:lvl6pPr>
              <a:defRPr sz="1400" b="0">
                <a:solidFill>
                  <a:srgbClr val="61738A"/>
                </a:solidFill>
                <a:latin typeface="Aptos"/>
                <a:ea typeface="Aptos"/>
                <a:cs typeface="Aptos"/>
              </a:defRPr>
            </a:lvl6pPr>
            <a:lvl7pPr>
              <a:defRPr sz="1400" b="0">
                <a:solidFill>
                  <a:srgbClr val="61738A"/>
                </a:solidFill>
                <a:latin typeface="Aptos"/>
                <a:ea typeface="Aptos"/>
                <a:cs typeface="Aptos"/>
              </a:defRPr>
            </a:lvl7pPr>
            <a:lvl8pPr>
              <a:defRPr sz="1400" b="0">
                <a:solidFill>
                  <a:srgbClr val="61738A"/>
                </a:solidFill>
                <a:latin typeface="Aptos"/>
                <a:ea typeface="Aptos"/>
                <a:cs typeface="Aptos"/>
              </a:defRPr>
            </a:lvl8pPr>
            <a:lvl9pPr>
              <a:defRPr sz="1400" b="0">
                <a:solidFill>
                  <a:srgbClr val="61738A"/>
                </a:solidFill>
                <a:latin typeface="Aptos"/>
                <a:ea typeface="Aptos"/>
                <a:cs typeface="Aptos"/>
              </a:defRPr>
            </a:lvl9pPr>
          </a:lstStyle>
          <a:p xmlns:a="http://schemas.openxmlformats.org/drawingml/2006/main">
            <a:pPr>
              <a:defRPr sz="1400" b="0">
                <a:solidFill>
                  <a:srgbClr val="61738A"/>
                </a:solidFill>
                <a:latin typeface="Aptos"/>
                <a:ea typeface="Aptos"/>
                <a:cs typeface="Aptos"/>
              </a:defRPr>
            </a:pPr>
            <a:r>
              <a:rPr sz="1400" b="0">
                <a:solidFill>
                  <a:srgbClr val="61738A"/>
                </a:solidFill>
                <a:latin typeface="Aptos"/>
                <a:ea typeface="Aptos"/>
                <a:cs typeface="Aptos"/>
              </a:rPr>
              <a:t>A staff-approved workflow that turns churn</a:t>
            </a:r>
          </a:p>
          <a:p xmlns:a="http://schemas.openxmlformats.org/drawingml/2006/main">
            <a:pPr>
              <a:defRPr sz="1400" b="0">
                <a:solidFill>
                  <a:srgbClr val="61738A"/>
                </a:solidFill>
                <a:latin typeface="Aptos"/>
                <a:ea typeface="Aptos"/>
                <a:cs typeface="Aptos"/>
              </a:defRPr>
            </a:pPr>
            <a:r>
              <a:rPr sz="1400" b="0">
                <a:solidFill>
                  <a:srgbClr val="61738A"/>
                </a:solidFill>
                <a:latin typeface="Aptos"/>
                <a:ea typeface="Aptos"/>
                <a:cs typeface="Aptos"/>
              </a:rPr>
              <a:t>alerts into coordinated customer care.</a:t>
            </a:r>
          </a:p>
        </p:txBody>
      </p:sp>
      <p:sp>
        <p:nvSpPr>
          <p:cNvPr id="5" name="">
            <a:extLst xmlns:a="http://schemas.openxmlformats.org/drawingml/2006/main">
              <a:ext uri="{FF2B5EF4-FFF2-40B4-BE49-F238E27FC236}">
                <a16:creationId xmlns:a16="http://schemas.microsoft.com/office/drawing/2014/main" id="{5B42AD7F-C778-4124-83E0-5F0E70C30BA5}"/>
              </a:ext>
            </a:extLst>
          </p:cNvPr>
          <p:cNvSpPr>
            <a:spLocks xmlns:a="http://schemas.openxmlformats.org/drawingml/2006/main" noGrp="1"/>
          </p:cNvSpPr>
          <p:nvPr/>
        </p:nvSpPr>
        <p:spPr>
          <a:xfrm xmlns:a="http://schemas.openxmlformats.org/drawingml/2006/main">
            <a:off x="504000" y="6984000"/>
            <a:ext cx="6552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Problem     Data     Method     Tools</a:t>
            </a:r>
          </a:p>
        </p:txBody>
      </p:sp>
      <p:sp>
        <p:nvSpPr>
          <p:cNvPr id="6" name="">
            <a:extLst xmlns:a="http://schemas.openxmlformats.org/drawingml/2006/main">
              <a:ext uri="{FF2B5EF4-FFF2-40B4-BE49-F238E27FC236}">
                <a16:creationId xmlns:a16="http://schemas.microsoft.com/office/drawing/2014/main" id="{1DDBEAE1-9E73-40D5-A0AE-27D0EA237289}"/>
              </a:ext>
            </a:extLst>
          </p:cNvPr>
          <p:cNvSpPr>
            <a:spLocks xmlns:a="http://schemas.openxmlformats.org/drawingml/2006/main" noGrp="1"/>
          </p:cNvSpPr>
          <p:nvPr/>
        </p:nvSpPr>
        <p:spPr>
          <a:xfrm xmlns:a="http://schemas.openxmlformats.org/drawingml/2006/main">
            <a:off x="504000" y="8568000"/>
            <a:ext cx="6552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2C48"/>
                </a:solidFill>
                <a:latin typeface="Aptos"/>
                <a:ea typeface="Aptos"/>
                <a:cs typeface="Aptos"/>
              </a:defRPr>
            </a:defPPr>
            <a:lvl1pPr>
              <a:defRPr sz="1200" b="1">
                <a:solidFill>
                  <a:srgbClr val="142C48"/>
                </a:solidFill>
                <a:latin typeface="Aptos"/>
                <a:ea typeface="Aptos"/>
                <a:cs typeface="Aptos"/>
              </a:defRPr>
            </a:lvl1pPr>
            <a:lvl2pPr>
              <a:defRPr sz="1200" b="1">
                <a:solidFill>
                  <a:srgbClr val="142C48"/>
                </a:solidFill>
                <a:latin typeface="Aptos"/>
                <a:ea typeface="Aptos"/>
                <a:cs typeface="Aptos"/>
              </a:defRPr>
            </a:lvl2pPr>
            <a:lvl3pPr>
              <a:defRPr sz="1200" b="1">
                <a:solidFill>
                  <a:srgbClr val="142C48"/>
                </a:solidFill>
                <a:latin typeface="Aptos"/>
                <a:ea typeface="Aptos"/>
                <a:cs typeface="Aptos"/>
              </a:defRPr>
            </a:lvl3pPr>
            <a:lvl4pPr>
              <a:defRPr sz="1200" b="1">
                <a:solidFill>
                  <a:srgbClr val="142C48"/>
                </a:solidFill>
                <a:latin typeface="Aptos"/>
                <a:ea typeface="Aptos"/>
                <a:cs typeface="Aptos"/>
              </a:defRPr>
            </a:lvl4pPr>
            <a:lvl5pPr>
              <a:defRPr sz="1200" b="1">
                <a:solidFill>
                  <a:srgbClr val="142C48"/>
                </a:solidFill>
                <a:latin typeface="Aptos"/>
                <a:ea typeface="Aptos"/>
                <a:cs typeface="Aptos"/>
              </a:defRPr>
            </a:lvl5pPr>
            <a:lvl6pPr>
              <a:defRPr sz="1200" b="1">
                <a:solidFill>
                  <a:srgbClr val="142C48"/>
                </a:solidFill>
                <a:latin typeface="Aptos"/>
                <a:ea typeface="Aptos"/>
                <a:cs typeface="Aptos"/>
              </a:defRPr>
            </a:lvl6pPr>
            <a:lvl7pPr>
              <a:defRPr sz="1200" b="1">
                <a:solidFill>
                  <a:srgbClr val="142C48"/>
                </a:solidFill>
                <a:latin typeface="Aptos"/>
                <a:ea typeface="Aptos"/>
                <a:cs typeface="Aptos"/>
              </a:defRPr>
            </a:lvl7pPr>
            <a:lvl8pPr>
              <a:defRPr sz="1200" b="1">
                <a:solidFill>
                  <a:srgbClr val="142C48"/>
                </a:solidFill>
                <a:latin typeface="Aptos"/>
                <a:ea typeface="Aptos"/>
                <a:cs typeface="Aptos"/>
              </a:defRPr>
            </a:lvl8pPr>
            <a:lvl9pPr>
              <a:defRPr sz="1200" b="1">
                <a:solidFill>
                  <a:srgbClr val="142C48"/>
                </a:solidFill>
                <a:latin typeface="Aptos"/>
                <a:ea typeface="Aptos"/>
                <a:cs typeface="Aptos"/>
              </a:defRPr>
            </a:lvl9pPr>
          </a:lstStyle>
          <a:p xmlns:a="http://schemas.openxmlformats.org/drawingml/2006/main">
            <a:pPr>
              <a:defRPr sz="1200" b="1">
                <a:solidFill>
                  <a:srgbClr val="142C48"/>
                </a:solidFill>
                <a:latin typeface="Aptos"/>
                <a:ea typeface="Aptos"/>
                <a:cs typeface="Aptos"/>
              </a:defRPr>
            </a:pPr>
            <a:r>
              <a:rPr sz="1200" b="1">
                <a:solidFill>
                  <a:srgbClr val="142C48"/>
                </a:solidFill>
                <a:latin typeface="Aptos"/>
                <a:ea typeface="Aptos"/>
                <a:cs typeface="Aptos"/>
              </a:rPr>
              <a:t>Advanced Business Analytics</a:t>
            </a:r>
          </a:p>
        </p:txBody>
      </p:sp>
      <p:sp>
        <p:nvSpPr>
          <p:cNvPr id="7" name="">
            <a:extLst xmlns:a="http://schemas.openxmlformats.org/drawingml/2006/main">
              <a:ext uri="{FF2B5EF4-FFF2-40B4-BE49-F238E27FC236}">
                <a16:creationId xmlns:a16="http://schemas.microsoft.com/office/drawing/2014/main" id="{38076141-89A0-40C9-8161-F2F59D66C45A}"/>
              </a:ext>
            </a:extLst>
          </p:cNvPr>
          <p:cNvSpPr>
            <a:spLocks xmlns:a="http://schemas.openxmlformats.org/drawingml/2006/main" noGrp="1"/>
          </p:cNvSpPr>
          <p:nvPr/>
        </p:nvSpPr>
        <p:spPr>
          <a:xfrm xmlns:a="http://schemas.openxmlformats.org/drawingml/2006/main">
            <a:off x="504000" y="9036000"/>
            <a:ext cx="6552000" cy="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0">
                <a:solidFill>
                  <a:srgbClr val="61738A"/>
                </a:solidFill>
                <a:latin typeface="Aptos"/>
                <a:ea typeface="Aptos"/>
                <a:cs typeface="Aptos"/>
              </a:defRPr>
            </a:defPPr>
            <a:lvl1pPr>
              <a:defRPr sz="1100" b="0">
                <a:solidFill>
                  <a:srgbClr val="61738A"/>
                </a:solidFill>
                <a:latin typeface="Aptos"/>
                <a:ea typeface="Aptos"/>
                <a:cs typeface="Aptos"/>
              </a:defRPr>
            </a:lvl1pPr>
            <a:lvl2pPr>
              <a:defRPr sz="1100" b="0">
                <a:solidFill>
                  <a:srgbClr val="61738A"/>
                </a:solidFill>
                <a:latin typeface="Aptos"/>
                <a:ea typeface="Aptos"/>
                <a:cs typeface="Aptos"/>
              </a:defRPr>
            </a:lvl2pPr>
            <a:lvl3pPr>
              <a:defRPr sz="1100" b="0">
                <a:solidFill>
                  <a:srgbClr val="61738A"/>
                </a:solidFill>
                <a:latin typeface="Aptos"/>
                <a:ea typeface="Aptos"/>
                <a:cs typeface="Aptos"/>
              </a:defRPr>
            </a:lvl3pPr>
            <a:lvl4pPr>
              <a:defRPr sz="1100" b="0">
                <a:solidFill>
                  <a:srgbClr val="61738A"/>
                </a:solidFill>
                <a:latin typeface="Aptos"/>
                <a:ea typeface="Aptos"/>
                <a:cs typeface="Aptos"/>
              </a:defRPr>
            </a:lvl4pPr>
            <a:lvl5pPr>
              <a:defRPr sz="1100" b="0">
                <a:solidFill>
                  <a:srgbClr val="61738A"/>
                </a:solidFill>
                <a:latin typeface="Aptos"/>
                <a:ea typeface="Aptos"/>
                <a:cs typeface="Aptos"/>
              </a:defRPr>
            </a:lvl5pPr>
            <a:lvl6pPr>
              <a:defRPr sz="1100" b="0">
                <a:solidFill>
                  <a:srgbClr val="61738A"/>
                </a:solidFill>
                <a:latin typeface="Aptos"/>
                <a:ea typeface="Aptos"/>
                <a:cs typeface="Aptos"/>
              </a:defRPr>
            </a:lvl6pPr>
            <a:lvl7pPr>
              <a:defRPr sz="1100" b="0">
                <a:solidFill>
                  <a:srgbClr val="61738A"/>
                </a:solidFill>
                <a:latin typeface="Aptos"/>
                <a:ea typeface="Aptos"/>
                <a:cs typeface="Aptos"/>
              </a:defRPr>
            </a:lvl7pPr>
            <a:lvl8pPr>
              <a:defRPr sz="1100" b="0">
                <a:solidFill>
                  <a:srgbClr val="61738A"/>
                </a:solidFill>
                <a:latin typeface="Aptos"/>
                <a:ea typeface="Aptos"/>
                <a:cs typeface="Aptos"/>
              </a:defRPr>
            </a:lvl8pPr>
            <a:lvl9pPr>
              <a:defRPr sz="1100" b="0">
                <a:solidFill>
                  <a:srgbClr val="61738A"/>
                </a:solidFill>
                <a:latin typeface="Aptos"/>
                <a:ea typeface="Aptos"/>
                <a:cs typeface="Aptos"/>
              </a:defRPr>
            </a:lvl9pPr>
          </a:lstStyle>
          <a:p xmlns:a="http://schemas.openxmlformats.org/drawingml/2006/main">
            <a:pPr>
              <a:defRPr sz="1100" b="0">
                <a:solidFill>
                  <a:srgbClr val="61738A"/>
                </a:solidFill>
                <a:latin typeface="Aptos"/>
                <a:ea typeface="Aptos"/>
                <a:cs typeface="Aptos"/>
              </a:defRPr>
            </a:pPr>
            <a:r>
              <a:rPr sz="1100" b="0">
                <a:solidFill>
                  <a:srgbClr val="61738A"/>
                </a:solidFill>
                <a:latin typeface="Aptos"/>
                <a:ea typeface="Aptos"/>
                <a:cs typeface="Aptos"/>
              </a:rPr>
              <a:t>Group 2</a:t>
            </a:r>
          </a:p>
          <a:p xmlns:a="http://schemas.openxmlformats.org/drawingml/2006/main">
            <a:pPr>
              <a:defRPr sz="1100" b="0">
                <a:solidFill>
                  <a:srgbClr val="61738A"/>
                </a:solidFill>
                <a:latin typeface="Aptos"/>
                <a:ea typeface="Aptos"/>
                <a:cs typeface="Aptos"/>
              </a:defRPr>
            </a:pPr>
            <a:r>
              <a:rPr sz="1100" b="0">
                <a:solidFill>
                  <a:srgbClr val="61738A"/>
                </a:solidFill>
                <a:latin typeface="Aptos"/>
                <a:ea typeface="Aptos"/>
                <a:cs typeface="Aptos"/>
              </a:rPr>
              <a:t>October 2026</a:t>
            </a:r>
          </a:p>
        </p:txBody>
      </p:sp>
      <p:sp>
        <p:nvSpPr>
          <p:cNvPr id="8" name="">
            <a:extLst xmlns:a="http://schemas.openxmlformats.org/drawingml/2006/main">
              <a:ext uri="{FF2B5EF4-FFF2-40B4-BE49-F238E27FC236}">
                <a16:creationId xmlns:a16="http://schemas.microsoft.com/office/drawing/2014/main" id="{524CA558-0367-478A-A342-34AA99D1FCD2}"/>
              </a:ext>
            </a:extLst>
          </p:cNvPr>
          <p:cNvSpPr>
            <a:spLocks xmlns:a="http://schemas.openxmlformats.org/drawingml/2006/main" noGrp="1"/>
          </p:cNvSpPr>
          <p:nvPr/>
        </p:nvSpPr>
        <p:spPr>
          <a:xfrm xmlns:a="http://schemas.openxmlformats.org/drawingml/2006/main">
            <a:off x="504000" y="9972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61738A"/>
                </a:solidFill>
                <a:latin typeface="Aptos"/>
                <a:ea typeface="Aptos"/>
                <a:cs typeface="Aptos"/>
              </a:defRPr>
            </a:defPPr>
            <a:lvl1pPr>
              <a:defRPr sz="900" b="0">
                <a:solidFill>
                  <a:srgbClr val="61738A"/>
                </a:solidFill>
                <a:latin typeface="Aptos"/>
                <a:ea typeface="Aptos"/>
                <a:cs typeface="Aptos"/>
              </a:defRPr>
            </a:lvl1pPr>
            <a:lvl2pPr>
              <a:defRPr sz="900" b="0">
                <a:solidFill>
                  <a:srgbClr val="61738A"/>
                </a:solidFill>
                <a:latin typeface="Aptos"/>
                <a:ea typeface="Aptos"/>
                <a:cs typeface="Aptos"/>
              </a:defRPr>
            </a:lvl2pPr>
            <a:lvl3pPr>
              <a:defRPr sz="900" b="0">
                <a:solidFill>
                  <a:srgbClr val="61738A"/>
                </a:solidFill>
                <a:latin typeface="Aptos"/>
                <a:ea typeface="Aptos"/>
                <a:cs typeface="Aptos"/>
              </a:defRPr>
            </a:lvl3pPr>
            <a:lvl4pPr>
              <a:defRPr sz="900" b="0">
                <a:solidFill>
                  <a:srgbClr val="61738A"/>
                </a:solidFill>
                <a:latin typeface="Aptos"/>
                <a:ea typeface="Aptos"/>
                <a:cs typeface="Aptos"/>
              </a:defRPr>
            </a:lvl4pPr>
            <a:lvl5pPr>
              <a:defRPr sz="900" b="0">
                <a:solidFill>
                  <a:srgbClr val="61738A"/>
                </a:solidFill>
                <a:latin typeface="Aptos"/>
                <a:ea typeface="Aptos"/>
                <a:cs typeface="Aptos"/>
              </a:defRPr>
            </a:lvl5pPr>
            <a:lvl6pPr>
              <a:defRPr sz="900" b="0">
                <a:solidFill>
                  <a:srgbClr val="61738A"/>
                </a:solidFill>
                <a:latin typeface="Aptos"/>
                <a:ea typeface="Aptos"/>
                <a:cs typeface="Aptos"/>
              </a:defRPr>
            </a:lvl6pPr>
            <a:lvl7pPr>
              <a:defRPr sz="900" b="0">
                <a:solidFill>
                  <a:srgbClr val="61738A"/>
                </a:solidFill>
                <a:latin typeface="Aptos"/>
                <a:ea typeface="Aptos"/>
                <a:cs typeface="Aptos"/>
              </a:defRPr>
            </a:lvl7pPr>
            <a:lvl8pPr>
              <a:defRPr sz="900" b="0">
                <a:solidFill>
                  <a:srgbClr val="61738A"/>
                </a:solidFill>
                <a:latin typeface="Aptos"/>
                <a:ea typeface="Aptos"/>
                <a:cs typeface="Aptos"/>
              </a:defRPr>
            </a:lvl8pPr>
            <a:lvl9pPr>
              <a:defRPr sz="900" b="0">
                <a:solidFill>
                  <a:srgbClr val="61738A"/>
                </a:solidFill>
                <a:latin typeface="Aptos"/>
                <a:ea typeface="Aptos"/>
                <a:cs typeface="Aptos"/>
              </a:defRPr>
            </a:lvl9pPr>
          </a:lstStyle>
          <a:p xmlns:a="http://schemas.openxmlformats.org/drawingml/2006/main">
            <a:pPr>
              <a:defRPr sz="900" b="0">
                <a:solidFill>
                  <a:srgbClr val="61738A"/>
                </a:solidFill>
                <a:latin typeface="Aptos"/>
                <a:ea typeface="Aptos"/>
                <a:cs typeface="Aptos"/>
              </a:defRPr>
            </a:pPr>
            <a:r>
              <a:rPr sz="900" b="0">
                <a:solidFill>
                  <a:srgbClr val="61738A"/>
                </a:solidFill>
                <a:latin typeface="Aptos"/>
                <a:ea typeface="Aptos"/>
                <a:cs typeface="Aptos"/>
              </a:rPr>
              <a:t>Academic prototype using synthetic data and simulated channels</a:t>
            </a:r>
          </a:p>
        </p:txBody>
      </p:sp>
    </p:spTree>
    <p:extLst>
      <p:ext uri="{BB962C8B-B14F-4D97-AF65-F5344CB8AC3E}">
        <p14:creationId xmlns:p14="http://schemas.microsoft.com/office/powerpoint/2010/main" val="13666270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9854E2FA-0641-43B0-AF6A-AB1A8DD5B7C8}"/>
              </a:ext>
            </a:extLst>
          </p:cNvPr>
          <p:cNvCxnSpPr>
            <a:stCxn xmlns:a="http://schemas.openxmlformats.org/drawingml/2006/main" id="19" idx="3"/>
            <a:endCxn xmlns:a="http://schemas.openxmlformats.org/drawingml/2006/main" id="21" idx="1"/>
          </p:cNvCxnSpPr>
          <p:nvPr/>
        </p:nvCxnSpPr>
        <p:spPr>
          <a:xfrm xmlns:a="http://schemas.openxmlformats.org/drawingml/2006/main">
            <a:off x="4800000" y="5256000"/>
            <a:ext cx="216000" cy="0"/>
          </a:xfrm>
          <a:prstGeom xmlns:a="http://schemas.openxmlformats.org/drawingml/2006/main" prst="straightConnector1">
            <a:avLst/>
          </a:prstGeom>
          <a:ln xmlns:a="http://schemas.openxmlformats.org/drawingml/2006/main" w="9525">
            <a:solidFill>
              <a:srgbClr val="0D69B3"/>
            </a:solidFill>
            <a:tailEnd type="triangle" w="sm" len="sm"/>
          </a:ln>
        </p:spPr>
      </p:cxnSp>
      <p:cxnSp>
        <p:nvCxnSpPr>
          <p:cNvPr id="23" name="">
            <a:extLst xmlns:a="http://schemas.openxmlformats.org/drawingml/2006/main">
              <a:ext uri="{FF2B5EF4-FFF2-40B4-BE49-F238E27FC236}">
                <a16:creationId xmlns:a16="http://schemas.microsoft.com/office/drawing/2014/main" id="{635077B0-FB46-4A3A-9C76-D8166C079F72}"/>
              </a:ext>
            </a:extLst>
          </p:cNvPr>
          <p:cNvCxnSpPr>
            <a:stCxn xmlns:a="http://schemas.openxmlformats.org/drawingml/2006/main" id="17" idx="3"/>
            <a:endCxn xmlns:a="http://schemas.openxmlformats.org/drawingml/2006/main" id="19" idx="1"/>
          </p:cNvCxnSpPr>
          <p:nvPr/>
        </p:nvCxnSpPr>
        <p:spPr>
          <a:xfrm xmlns:a="http://schemas.openxmlformats.org/drawingml/2006/main">
            <a:off x="2544000" y="5256000"/>
            <a:ext cx="216000" cy="0"/>
          </a:xfrm>
          <a:prstGeom xmlns:a="http://schemas.openxmlformats.org/drawingml/2006/main" prst="straightConnector1">
            <a:avLst/>
          </a:prstGeom>
          <a:ln xmlns:a="http://schemas.openxmlformats.org/drawingml/2006/main" w="9525">
            <a:solidFill>
              <a:srgbClr val="0D69B3"/>
            </a:solidFill>
            <a:tailEnd type="triangle" w="sm" len="sm"/>
          </a:ln>
        </p:spPr>
      </p:cxnSp>
      <p:sp>
        <p:nvSpPr>
          <p:cNvPr id="43" name="">
            <a:extLst xmlns:a="http://schemas.openxmlformats.org/drawingml/2006/main">
              <a:ext uri="{FF2B5EF4-FFF2-40B4-BE49-F238E27FC236}">
                <a16:creationId xmlns:a16="http://schemas.microsoft.com/office/drawing/2014/main" id="{9F43F303-44E6-4827-A549-AF06B828A4BA}"/>
              </a:ext>
            </a:extLst>
          </p:cNvPr>
          <p:cNvSpPr>
            <a:spLocks xmlns:a="http://schemas.openxmlformats.org/drawingml/2006/main" noGrp="1"/>
          </p:cNvSpPr>
          <p:nvPr/>
        </p:nvSpPr>
        <p:spPr>
          <a:xfrm xmlns:a="http://schemas.openxmlformats.org/drawingml/2006/main">
            <a:off x="504000" y="504000"/>
            <a:ext cx="5040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1">
                <a:solidFill>
                  <a:srgbClr val="0D69B3"/>
                </a:solidFill>
                <a:latin typeface="Aptos"/>
                <a:ea typeface="Aptos"/>
                <a:cs typeface="Aptos"/>
              </a:defRPr>
            </a:defPPr>
            <a:lvl1pPr>
              <a:defRPr sz="850" b="1">
                <a:solidFill>
                  <a:srgbClr val="0D69B3"/>
                </a:solidFill>
                <a:latin typeface="Aptos"/>
                <a:ea typeface="Aptos"/>
                <a:cs typeface="Aptos"/>
              </a:defRPr>
            </a:lvl1pPr>
            <a:lvl2pPr>
              <a:defRPr sz="850" b="1">
                <a:solidFill>
                  <a:srgbClr val="0D69B3"/>
                </a:solidFill>
                <a:latin typeface="Aptos"/>
                <a:ea typeface="Aptos"/>
                <a:cs typeface="Aptos"/>
              </a:defRPr>
            </a:lvl2pPr>
            <a:lvl3pPr>
              <a:defRPr sz="850" b="1">
                <a:solidFill>
                  <a:srgbClr val="0D69B3"/>
                </a:solidFill>
                <a:latin typeface="Aptos"/>
                <a:ea typeface="Aptos"/>
                <a:cs typeface="Aptos"/>
              </a:defRPr>
            </a:lvl3pPr>
            <a:lvl4pPr>
              <a:defRPr sz="850" b="1">
                <a:solidFill>
                  <a:srgbClr val="0D69B3"/>
                </a:solidFill>
                <a:latin typeface="Aptos"/>
                <a:ea typeface="Aptos"/>
                <a:cs typeface="Aptos"/>
              </a:defRPr>
            </a:lvl4pPr>
            <a:lvl5pPr>
              <a:defRPr sz="850" b="1">
                <a:solidFill>
                  <a:srgbClr val="0D69B3"/>
                </a:solidFill>
                <a:latin typeface="Aptos"/>
                <a:ea typeface="Aptos"/>
                <a:cs typeface="Aptos"/>
              </a:defRPr>
            </a:lvl5pPr>
            <a:lvl6pPr>
              <a:defRPr sz="850" b="1">
                <a:solidFill>
                  <a:srgbClr val="0D69B3"/>
                </a:solidFill>
                <a:latin typeface="Aptos"/>
                <a:ea typeface="Aptos"/>
                <a:cs typeface="Aptos"/>
              </a:defRPr>
            </a:lvl6pPr>
            <a:lvl7pPr>
              <a:defRPr sz="850" b="1">
                <a:solidFill>
                  <a:srgbClr val="0D69B3"/>
                </a:solidFill>
                <a:latin typeface="Aptos"/>
                <a:ea typeface="Aptos"/>
                <a:cs typeface="Aptos"/>
              </a:defRPr>
            </a:lvl7pPr>
            <a:lvl8pPr>
              <a:defRPr sz="850" b="1">
                <a:solidFill>
                  <a:srgbClr val="0D69B3"/>
                </a:solidFill>
                <a:latin typeface="Aptos"/>
                <a:ea typeface="Aptos"/>
                <a:cs typeface="Aptos"/>
              </a:defRPr>
            </a:lvl8pPr>
            <a:lvl9pPr>
              <a:defRPr sz="850" b="1">
                <a:solidFill>
                  <a:srgbClr val="0D69B3"/>
                </a:solidFill>
                <a:latin typeface="Aptos"/>
                <a:ea typeface="Aptos"/>
                <a:cs typeface="Aptos"/>
              </a:defRPr>
            </a:lvl9pPr>
          </a:lstStyle>
          <a:p xmlns:a="http://schemas.openxmlformats.org/drawingml/2006/main">
            <a:pPr>
              <a:defRPr sz="850" b="1">
                <a:solidFill>
                  <a:srgbClr val="0D69B3"/>
                </a:solidFill>
                <a:latin typeface="Aptos"/>
                <a:ea typeface="Aptos"/>
                <a:cs typeface="Aptos"/>
              </a:defRPr>
            </a:pPr>
            <a:r>
              <a:rPr sz="850" b="1">
                <a:solidFill>
                  <a:srgbClr val="0D69B3"/>
                </a:solidFill>
                <a:latin typeface="Aptos"/>
                <a:ea typeface="Aptos"/>
                <a:cs typeface="Aptos"/>
              </a:rPr>
              <a:t>EXECUTIVE SUMMARY</a:t>
            </a:r>
          </a:p>
        </p:txBody>
      </p:sp>
      <p:sp>
        <p:nvSpPr>
          <p:cNvPr id="2" name="">
            <a:extLst xmlns:a="http://schemas.openxmlformats.org/drawingml/2006/main">
              <a:ext uri="{FF2B5EF4-FFF2-40B4-BE49-F238E27FC236}">
                <a16:creationId xmlns:a16="http://schemas.microsoft.com/office/drawing/2014/main" id="{0AFE3FFC-A3B4-407D-B324-528698B4A865}"/>
              </a:ext>
            </a:extLst>
          </p:cNvPr>
          <p:cNvSpPr>
            <a:spLocks xmlns:a="http://schemas.openxmlformats.org/drawingml/2006/main" noGrp="1"/>
          </p:cNvSpPr>
          <p:nvPr/>
        </p:nvSpPr>
        <p:spPr>
          <a:xfrm xmlns:a="http://schemas.openxmlformats.org/drawingml/2006/main">
            <a:off x="6084000" y="504000"/>
            <a:ext cx="97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0">
                <a:solidFill>
                  <a:srgbClr val="61738A"/>
                </a:solidFill>
                <a:latin typeface="Aptos"/>
                <a:ea typeface="Aptos"/>
                <a:cs typeface="Aptos"/>
              </a:defRPr>
            </a:defPPr>
            <a:lvl1pPr>
              <a:defRPr sz="850" b="0">
                <a:solidFill>
                  <a:srgbClr val="61738A"/>
                </a:solidFill>
                <a:latin typeface="Aptos"/>
                <a:ea typeface="Aptos"/>
                <a:cs typeface="Aptos"/>
              </a:defRPr>
            </a:lvl1pPr>
            <a:lvl2pPr>
              <a:defRPr sz="850" b="0">
                <a:solidFill>
                  <a:srgbClr val="61738A"/>
                </a:solidFill>
                <a:latin typeface="Aptos"/>
                <a:ea typeface="Aptos"/>
                <a:cs typeface="Aptos"/>
              </a:defRPr>
            </a:lvl2pPr>
            <a:lvl3pPr>
              <a:defRPr sz="850" b="0">
                <a:solidFill>
                  <a:srgbClr val="61738A"/>
                </a:solidFill>
                <a:latin typeface="Aptos"/>
                <a:ea typeface="Aptos"/>
                <a:cs typeface="Aptos"/>
              </a:defRPr>
            </a:lvl3pPr>
            <a:lvl4pPr>
              <a:defRPr sz="850" b="0">
                <a:solidFill>
                  <a:srgbClr val="61738A"/>
                </a:solidFill>
                <a:latin typeface="Aptos"/>
                <a:ea typeface="Aptos"/>
                <a:cs typeface="Aptos"/>
              </a:defRPr>
            </a:lvl4pPr>
            <a:lvl5pPr>
              <a:defRPr sz="850" b="0">
                <a:solidFill>
                  <a:srgbClr val="61738A"/>
                </a:solidFill>
                <a:latin typeface="Aptos"/>
                <a:ea typeface="Aptos"/>
                <a:cs typeface="Aptos"/>
              </a:defRPr>
            </a:lvl5pPr>
            <a:lvl6pPr>
              <a:defRPr sz="850" b="0">
                <a:solidFill>
                  <a:srgbClr val="61738A"/>
                </a:solidFill>
                <a:latin typeface="Aptos"/>
                <a:ea typeface="Aptos"/>
                <a:cs typeface="Aptos"/>
              </a:defRPr>
            </a:lvl6pPr>
            <a:lvl7pPr>
              <a:defRPr sz="850" b="0">
                <a:solidFill>
                  <a:srgbClr val="61738A"/>
                </a:solidFill>
                <a:latin typeface="Aptos"/>
                <a:ea typeface="Aptos"/>
                <a:cs typeface="Aptos"/>
              </a:defRPr>
            </a:lvl7pPr>
            <a:lvl8pPr>
              <a:defRPr sz="850" b="0">
                <a:solidFill>
                  <a:srgbClr val="61738A"/>
                </a:solidFill>
                <a:latin typeface="Aptos"/>
                <a:ea typeface="Aptos"/>
                <a:cs typeface="Aptos"/>
              </a:defRPr>
            </a:lvl8pPr>
            <a:lvl9pPr>
              <a:defRPr sz="850" b="0">
                <a:solidFill>
                  <a:srgbClr val="61738A"/>
                </a:solidFill>
                <a:latin typeface="Aptos"/>
                <a:ea typeface="Aptos"/>
                <a:cs typeface="Aptos"/>
              </a:defRPr>
            </a:lvl9pPr>
          </a:lstStyle>
          <a:p xmlns:a="http://schemas.openxmlformats.org/drawingml/2006/main">
            <a:pPr>
              <a:defRPr sz="850" b="0">
                <a:solidFill>
                  <a:srgbClr val="61738A"/>
                </a:solidFill>
                <a:latin typeface="Aptos"/>
                <a:ea typeface="Aptos"/>
                <a:cs typeface="Aptos"/>
              </a:defRPr>
            </a:pPr>
            <a:r>
              <a:rPr sz="850" b="0">
                <a:solidFill>
                  <a:srgbClr val="61738A"/>
                </a:solidFill>
                <a:latin typeface="Aptos"/>
                <a:ea typeface="Aptos"/>
                <a:cs typeface="Aptos"/>
              </a:rPr>
              <a:t>PD   2/5</a:t>
            </a:r>
          </a:p>
        </p:txBody>
      </p:sp>
      <p:sp>
        <p:nvSpPr>
          <p:cNvPr id="3" name="">
            <a:extLst xmlns:a="http://schemas.openxmlformats.org/drawingml/2006/main">
              <a:ext uri="{FF2B5EF4-FFF2-40B4-BE49-F238E27FC236}">
                <a16:creationId xmlns:a16="http://schemas.microsoft.com/office/drawing/2014/main" id="{3F223D40-C189-4FF9-8A77-CB89E0016727}"/>
              </a:ext>
            </a:extLst>
          </p:cNvPr>
          <p:cNvSpPr>
            <a:spLocks xmlns:a="http://schemas.openxmlformats.org/drawingml/2006/main" noGrp="1"/>
          </p:cNvSpPr>
          <p:nvPr/>
        </p:nvSpPr>
        <p:spPr>
          <a:xfrm xmlns:a="http://schemas.openxmlformats.org/drawingml/2006/main">
            <a:off x="504000" y="828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00" b="1">
                <a:solidFill>
                  <a:srgbClr val="142C48"/>
                </a:solidFill>
                <a:latin typeface="Aptos"/>
                <a:ea typeface="Aptos"/>
                <a:cs typeface="Aptos"/>
              </a:defRPr>
            </a:defPPr>
            <a:lvl1pPr>
              <a:defRPr sz="2300" b="1">
                <a:solidFill>
                  <a:srgbClr val="142C48"/>
                </a:solidFill>
                <a:latin typeface="Aptos"/>
                <a:ea typeface="Aptos"/>
                <a:cs typeface="Aptos"/>
              </a:defRPr>
            </a:lvl1pPr>
            <a:lvl2pPr>
              <a:defRPr sz="2300" b="1">
                <a:solidFill>
                  <a:srgbClr val="142C48"/>
                </a:solidFill>
                <a:latin typeface="Aptos"/>
                <a:ea typeface="Aptos"/>
                <a:cs typeface="Aptos"/>
              </a:defRPr>
            </a:lvl2pPr>
            <a:lvl3pPr>
              <a:defRPr sz="2300" b="1">
                <a:solidFill>
                  <a:srgbClr val="142C48"/>
                </a:solidFill>
                <a:latin typeface="Aptos"/>
                <a:ea typeface="Aptos"/>
                <a:cs typeface="Aptos"/>
              </a:defRPr>
            </a:lvl3pPr>
            <a:lvl4pPr>
              <a:defRPr sz="2300" b="1">
                <a:solidFill>
                  <a:srgbClr val="142C48"/>
                </a:solidFill>
                <a:latin typeface="Aptos"/>
                <a:ea typeface="Aptos"/>
                <a:cs typeface="Aptos"/>
              </a:defRPr>
            </a:lvl4pPr>
            <a:lvl5pPr>
              <a:defRPr sz="2300" b="1">
                <a:solidFill>
                  <a:srgbClr val="142C48"/>
                </a:solidFill>
                <a:latin typeface="Aptos"/>
                <a:ea typeface="Aptos"/>
                <a:cs typeface="Aptos"/>
              </a:defRPr>
            </a:lvl5pPr>
            <a:lvl6pPr>
              <a:defRPr sz="2300" b="1">
                <a:solidFill>
                  <a:srgbClr val="142C48"/>
                </a:solidFill>
                <a:latin typeface="Aptos"/>
                <a:ea typeface="Aptos"/>
                <a:cs typeface="Aptos"/>
              </a:defRPr>
            </a:lvl6pPr>
            <a:lvl7pPr>
              <a:defRPr sz="2300" b="1">
                <a:solidFill>
                  <a:srgbClr val="142C48"/>
                </a:solidFill>
                <a:latin typeface="Aptos"/>
                <a:ea typeface="Aptos"/>
                <a:cs typeface="Aptos"/>
              </a:defRPr>
            </a:lvl7pPr>
            <a:lvl8pPr>
              <a:defRPr sz="2300" b="1">
                <a:solidFill>
                  <a:srgbClr val="142C48"/>
                </a:solidFill>
                <a:latin typeface="Aptos"/>
                <a:ea typeface="Aptos"/>
                <a:cs typeface="Aptos"/>
              </a:defRPr>
            </a:lvl8pPr>
            <a:lvl9pPr>
              <a:defRPr sz="2300" b="1">
                <a:solidFill>
                  <a:srgbClr val="142C48"/>
                </a:solidFill>
                <a:latin typeface="Aptos"/>
                <a:ea typeface="Aptos"/>
                <a:cs typeface="Aptos"/>
              </a:defRPr>
            </a:lvl9pPr>
          </a:lstStyle>
          <a:p xmlns:a="http://schemas.openxmlformats.org/drawingml/2006/main">
            <a:pPr>
              <a:defRPr sz="2300" b="1">
                <a:solidFill>
                  <a:srgbClr val="142C48"/>
                </a:solidFill>
                <a:latin typeface="Aptos"/>
                <a:ea typeface="Aptos"/>
                <a:cs typeface="Aptos"/>
              </a:defRPr>
            </a:pPr>
            <a:r>
              <a:rPr sz="2300" b="1">
                <a:solidFill>
                  <a:srgbClr val="142C48"/>
                </a:solidFill>
                <a:latin typeface="Aptos"/>
                <a:ea typeface="Aptos"/>
                <a:cs typeface="Aptos"/>
              </a:rPr>
              <a:t>The Problem and the Data</a:t>
            </a:r>
          </a:p>
        </p:txBody>
      </p:sp>
      <p:sp>
        <p:nvSpPr>
          <p:cNvPr id="4" name="">
            <a:extLst xmlns:a="http://schemas.openxmlformats.org/drawingml/2006/main">
              <a:ext uri="{FF2B5EF4-FFF2-40B4-BE49-F238E27FC236}">
                <a16:creationId xmlns:a16="http://schemas.microsoft.com/office/drawing/2014/main" id="{3886DB06-BB53-43F2-8823-4BC2A5492934}"/>
              </a:ext>
            </a:extLst>
          </p:cNvPr>
          <p:cNvSpPr>
            <a:spLocks xmlns:a="http://schemas.openxmlformats.org/drawingml/2006/main" noGrp="1"/>
          </p:cNvSpPr>
          <p:nvPr/>
        </p:nvSpPr>
        <p:spPr>
          <a:xfrm xmlns:a="http://schemas.openxmlformats.org/drawingml/2006/main">
            <a:off x="504000" y="1332000"/>
            <a:ext cx="540000" cy="9000"/>
          </a:xfrm>
          <a:prstGeom xmlns:a="http://schemas.openxmlformats.org/drawingml/2006/main" prst="rect">
            <a:avLst/>
          </a:prstGeom>
          <a:solidFill xmlns:a="http://schemas.openxmlformats.org/drawingml/2006/main">
            <a:srgbClr val="F2732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382A4D-495B-4104-9170-14BE1DB83AAB}"/>
              </a:ext>
            </a:extLst>
          </p:cNvPr>
          <p:cNvSpPr>
            <a:spLocks xmlns:a="http://schemas.openxmlformats.org/drawingml/2006/main" noGrp="1"/>
          </p:cNvSpPr>
          <p:nvPr/>
        </p:nvSpPr>
        <p:spPr>
          <a:xfrm xmlns:a="http://schemas.openxmlformats.org/drawingml/2006/main">
            <a:off x="504000" y="1548000"/>
            <a:ext cx="324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F27323"/>
                </a:solidFill>
                <a:latin typeface="Aptos"/>
                <a:ea typeface="Aptos"/>
                <a:cs typeface="Aptos"/>
              </a:defRPr>
            </a:defPPr>
            <a:lvl1pPr>
              <a:defRPr sz="1800" b="1">
                <a:solidFill>
                  <a:srgbClr val="F27323"/>
                </a:solidFill>
                <a:latin typeface="Aptos"/>
                <a:ea typeface="Aptos"/>
                <a:cs typeface="Aptos"/>
              </a:defRPr>
            </a:lvl1pPr>
            <a:lvl2pPr>
              <a:defRPr sz="1800" b="1">
                <a:solidFill>
                  <a:srgbClr val="F27323"/>
                </a:solidFill>
                <a:latin typeface="Aptos"/>
                <a:ea typeface="Aptos"/>
                <a:cs typeface="Aptos"/>
              </a:defRPr>
            </a:lvl2pPr>
            <a:lvl3pPr>
              <a:defRPr sz="1800" b="1">
                <a:solidFill>
                  <a:srgbClr val="F27323"/>
                </a:solidFill>
                <a:latin typeface="Aptos"/>
                <a:ea typeface="Aptos"/>
                <a:cs typeface="Aptos"/>
              </a:defRPr>
            </a:lvl3pPr>
            <a:lvl4pPr>
              <a:defRPr sz="1800" b="1">
                <a:solidFill>
                  <a:srgbClr val="F27323"/>
                </a:solidFill>
                <a:latin typeface="Aptos"/>
                <a:ea typeface="Aptos"/>
                <a:cs typeface="Aptos"/>
              </a:defRPr>
            </a:lvl4pPr>
            <a:lvl5pPr>
              <a:defRPr sz="1800" b="1">
                <a:solidFill>
                  <a:srgbClr val="F27323"/>
                </a:solidFill>
                <a:latin typeface="Aptos"/>
                <a:ea typeface="Aptos"/>
                <a:cs typeface="Aptos"/>
              </a:defRPr>
            </a:lvl5pPr>
            <a:lvl6pPr>
              <a:defRPr sz="1800" b="1">
                <a:solidFill>
                  <a:srgbClr val="F27323"/>
                </a:solidFill>
                <a:latin typeface="Aptos"/>
                <a:ea typeface="Aptos"/>
                <a:cs typeface="Aptos"/>
              </a:defRPr>
            </a:lvl6pPr>
            <a:lvl7pPr>
              <a:defRPr sz="1800" b="1">
                <a:solidFill>
                  <a:srgbClr val="F27323"/>
                </a:solidFill>
                <a:latin typeface="Aptos"/>
                <a:ea typeface="Aptos"/>
                <a:cs typeface="Aptos"/>
              </a:defRPr>
            </a:lvl7pPr>
            <a:lvl8pPr>
              <a:defRPr sz="1800" b="1">
                <a:solidFill>
                  <a:srgbClr val="F27323"/>
                </a:solidFill>
                <a:latin typeface="Aptos"/>
                <a:ea typeface="Aptos"/>
                <a:cs typeface="Aptos"/>
              </a:defRPr>
            </a:lvl8pPr>
            <a:lvl9pPr>
              <a:defRPr sz="1800" b="1">
                <a:solidFill>
                  <a:srgbClr val="F27323"/>
                </a:solidFill>
                <a:latin typeface="Aptos"/>
                <a:ea typeface="Aptos"/>
                <a:cs typeface="Aptos"/>
              </a:defRPr>
            </a:lvl9pPr>
          </a:lstStyle>
          <a:p xmlns:a="http://schemas.openxmlformats.org/drawingml/2006/main">
            <a:pPr>
              <a:defRPr sz="1800" b="1">
                <a:solidFill>
                  <a:srgbClr val="F27323"/>
                </a:solidFill>
                <a:latin typeface="Aptos"/>
                <a:ea typeface="Aptos"/>
                <a:cs typeface="Aptos"/>
              </a:defRPr>
            </a:pPr>
            <a:r>
              <a:rPr sz="1800" b="1">
                <a:solidFill>
                  <a:srgbClr val="F27323"/>
                </a:solidFill>
                <a:latin typeface="Aptos"/>
                <a:ea typeface="Aptos"/>
                <a:cs typeface="Aptos"/>
              </a:rPr>
              <a:t>P</a:t>
            </a:r>
          </a:p>
        </p:txBody>
      </p:sp>
      <p:sp>
        <p:nvSpPr>
          <p:cNvPr id="6" name="">
            <a:extLst xmlns:a="http://schemas.openxmlformats.org/drawingml/2006/main">
              <a:ext uri="{FF2B5EF4-FFF2-40B4-BE49-F238E27FC236}">
                <a16:creationId xmlns:a16="http://schemas.microsoft.com/office/drawing/2014/main" id="{9C788ECB-3D3D-4527-9F99-67D8DBBC7700}"/>
              </a:ext>
            </a:extLst>
          </p:cNvPr>
          <p:cNvSpPr>
            <a:spLocks xmlns:a="http://schemas.openxmlformats.org/drawingml/2006/main" noGrp="1"/>
          </p:cNvSpPr>
          <p:nvPr/>
        </p:nvSpPr>
        <p:spPr>
          <a:xfrm xmlns:a="http://schemas.openxmlformats.org/drawingml/2006/main">
            <a:off x="936000" y="1573200"/>
            <a:ext cx="6120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0D69B3"/>
                </a:solidFill>
                <a:latin typeface="Aptos"/>
                <a:ea typeface="Aptos"/>
                <a:cs typeface="Aptos"/>
              </a:defRPr>
            </a:defPPr>
            <a:lvl1pPr>
              <a:defRPr sz="1600" b="1">
                <a:solidFill>
                  <a:srgbClr val="0D69B3"/>
                </a:solidFill>
                <a:latin typeface="Aptos"/>
                <a:ea typeface="Aptos"/>
                <a:cs typeface="Aptos"/>
              </a:defRPr>
            </a:lvl1pPr>
            <a:lvl2pPr>
              <a:defRPr sz="1600" b="1">
                <a:solidFill>
                  <a:srgbClr val="0D69B3"/>
                </a:solidFill>
                <a:latin typeface="Aptos"/>
                <a:ea typeface="Aptos"/>
                <a:cs typeface="Aptos"/>
              </a:defRPr>
            </a:lvl2pPr>
            <a:lvl3pPr>
              <a:defRPr sz="1600" b="1">
                <a:solidFill>
                  <a:srgbClr val="0D69B3"/>
                </a:solidFill>
                <a:latin typeface="Aptos"/>
                <a:ea typeface="Aptos"/>
                <a:cs typeface="Aptos"/>
              </a:defRPr>
            </a:lvl3pPr>
            <a:lvl4pPr>
              <a:defRPr sz="1600" b="1">
                <a:solidFill>
                  <a:srgbClr val="0D69B3"/>
                </a:solidFill>
                <a:latin typeface="Aptos"/>
                <a:ea typeface="Aptos"/>
                <a:cs typeface="Aptos"/>
              </a:defRPr>
            </a:lvl4pPr>
            <a:lvl5pPr>
              <a:defRPr sz="1600" b="1">
                <a:solidFill>
                  <a:srgbClr val="0D69B3"/>
                </a:solidFill>
                <a:latin typeface="Aptos"/>
                <a:ea typeface="Aptos"/>
                <a:cs typeface="Aptos"/>
              </a:defRPr>
            </a:lvl5pPr>
            <a:lvl6pPr>
              <a:defRPr sz="1600" b="1">
                <a:solidFill>
                  <a:srgbClr val="0D69B3"/>
                </a:solidFill>
                <a:latin typeface="Aptos"/>
                <a:ea typeface="Aptos"/>
                <a:cs typeface="Aptos"/>
              </a:defRPr>
            </a:lvl6pPr>
            <a:lvl7pPr>
              <a:defRPr sz="1600" b="1">
                <a:solidFill>
                  <a:srgbClr val="0D69B3"/>
                </a:solidFill>
                <a:latin typeface="Aptos"/>
                <a:ea typeface="Aptos"/>
                <a:cs typeface="Aptos"/>
              </a:defRPr>
            </a:lvl7pPr>
            <a:lvl8pPr>
              <a:defRPr sz="1600" b="1">
                <a:solidFill>
                  <a:srgbClr val="0D69B3"/>
                </a:solidFill>
                <a:latin typeface="Aptos"/>
                <a:ea typeface="Aptos"/>
                <a:cs typeface="Aptos"/>
              </a:defRPr>
            </a:lvl8pPr>
            <a:lvl9pPr>
              <a:defRPr sz="1600" b="1">
                <a:solidFill>
                  <a:srgbClr val="0D69B3"/>
                </a:solidFill>
                <a:latin typeface="Aptos"/>
                <a:ea typeface="Aptos"/>
                <a:cs typeface="Aptos"/>
              </a:defRPr>
            </a:lvl9pPr>
          </a:lstStyle>
          <a:p xmlns:a="http://schemas.openxmlformats.org/drawingml/2006/main">
            <a:pPr>
              <a:defRPr sz="1600" b="1">
                <a:solidFill>
                  <a:srgbClr val="0D69B3"/>
                </a:solidFill>
                <a:latin typeface="Aptos"/>
                <a:ea typeface="Aptos"/>
                <a:cs typeface="Aptos"/>
              </a:defRPr>
            </a:pPr>
            <a:r>
              <a:rPr sz="1600" b="1">
                <a:solidFill>
                  <a:srgbClr val="0D69B3"/>
                </a:solidFill>
                <a:latin typeface="Aptos"/>
                <a:ea typeface="Aptos"/>
                <a:cs typeface="Aptos"/>
              </a:rPr>
              <a:t>Problem</a:t>
            </a:r>
          </a:p>
        </p:txBody>
      </p:sp>
      <p:pic>
        <p:nvPicPr>
          <p:cNvPr id="7" name="">
            <a:extLst xmlns:a="http://schemas.openxmlformats.org/drawingml/2006/main">
              <a:ext uri="{FF2B5EF4-FFF2-40B4-BE49-F238E27FC236}">
                <a16:creationId xmlns:a16="http://schemas.microsoft.com/office/drawing/2014/main" id="{B65FD317-7414-435D-A50E-293B4CC8F0EA}"/>
              </a:ext>
            </a:extLst>
          </p:cNvPr>
          <p:cNvPicPr>
            <a:picLocks xmlns:a="http://schemas.openxmlformats.org/drawingml/2006/main" noChangeAspect="1"/>
          </p:cNvPicPr>
          <p:nvPr/>
        </p:nvPicPr>
        <p:blipFill>
          <a:blip xmlns:r="http://schemas.openxmlformats.org/officeDocument/2006/relationships" xmlns:a="http://schemas.openxmlformats.org/drawingml/2006/main" r:embed="Rec24b1b243d4462f"/>
          <a:stretch xmlns:a="http://schemas.openxmlformats.org/drawingml/2006/main"/>
        </p:blipFill>
        <p:spPr>
          <a:xfrm xmlns:a="http://schemas.openxmlformats.org/drawingml/2006/main">
            <a:off x="5724171" y="1584000"/>
            <a:ext cx="1331659" cy="439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199E3B1-A5D5-4D8A-B76D-9FE8A7267797}"/>
              </a:ext>
            </a:extLst>
          </p:cNvPr>
          <p:cNvSpPr>
            <a:spLocks xmlns:a="http://schemas.openxmlformats.org/drawingml/2006/main" noGrp="1"/>
          </p:cNvSpPr>
          <p:nvPr/>
        </p:nvSpPr>
        <p:spPr>
          <a:xfrm xmlns:a="http://schemas.openxmlformats.org/drawingml/2006/main">
            <a:off x="504000" y="1980000"/>
            <a:ext cx="5040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2C48"/>
                </a:solidFill>
                <a:latin typeface="Aptos"/>
                <a:ea typeface="Aptos"/>
                <a:cs typeface="Aptos"/>
              </a:defRPr>
            </a:defPPr>
            <a:lvl1pPr>
              <a:defRPr sz="1200" b="1">
                <a:solidFill>
                  <a:srgbClr val="142C48"/>
                </a:solidFill>
                <a:latin typeface="Aptos"/>
                <a:ea typeface="Aptos"/>
                <a:cs typeface="Aptos"/>
              </a:defRPr>
            </a:lvl1pPr>
            <a:lvl2pPr>
              <a:defRPr sz="1200" b="1">
                <a:solidFill>
                  <a:srgbClr val="142C48"/>
                </a:solidFill>
                <a:latin typeface="Aptos"/>
                <a:ea typeface="Aptos"/>
                <a:cs typeface="Aptos"/>
              </a:defRPr>
            </a:lvl2pPr>
            <a:lvl3pPr>
              <a:defRPr sz="1200" b="1">
                <a:solidFill>
                  <a:srgbClr val="142C48"/>
                </a:solidFill>
                <a:latin typeface="Aptos"/>
                <a:ea typeface="Aptos"/>
                <a:cs typeface="Aptos"/>
              </a:defRPr>
            </a:lvl3pPr>
            <a:lvl4pPr>
              <a:defRPr sz="1200" b="1">
                <a:solidFill>
                  <a:srgbClr val="142C48"/>
                </a:solidFill>
                <a:latin typeface="Aptos"/>
                <a:ea typeface="Aptos"/>
                <a:cs typeface="Aptos"/>
              </a:defRPr>
            </a:lvl4pPr>
            <a:lvl5pPr>
              <a:defRPr sz="1200" b="1">
                <a:solidFill>
                  <a:srgbClr val="142C48"/>
                </a:solidFill>
                <a:latin typeface="Aptos"/>
                <a:ea typeface="Aptos"/>
                <a:cs typeface="Aptos"/>
              </a:defRPr>
            </a:lvl5pPr>
            <a:lvl6pPr>
              <a:defRPr sz="1200" b="1">
                <a:solidFill>
                  <a:srgbClr val="142C48"/>
                </a:solidFill>
                <a:latin typeface="Aptos"/>
                <a:ea typeface="Aptos"/>
                <a:cs typeface="Aptos"/>
              </a:defRPr>
            </a:lvl6pPr>
            <a:lvl7pPr>
              <a:defRPr sz="1200" b="1">
                <a:solidFill>
                  <a:srgbClr val="142C48"/>
                </a:solidFill>
                <a:latin typeface="Aptos"/>
                <a:ea typeface="Aptos"/>
                <a:cs typeface="Aptos"/>
              </a:defRPr>
            </a:lvl7pPr>
            <a:lvl8pPr>
              <a:defRPr sz="1200" b="1">
                <a:solidFill>
                  <a:srgbClr val="142C48"/>
                </a:solidFill>
                <a:latin typeface="Aptos"/>
                <a:ea typeface="Aptos"/>
                <a:cs typeface="Aptos"/>
              </a:defRPr>
            </a:lvl8pPr>
            <a:lvl9pPr>
              <a:defRPr sz="1200" b="1">
                <a:solidFill>
                  <a:srgbClr val="142C48"/>
                </a:solidFill>
                <a:latin typeface="Aptos"/>
                <a:ea typeface="Aptos"/>
                <a:cs typeface="Aptos"/>
              </a:defRPr>
            </a:lvl9pPr>
          </a:lstStyle>
          <a:p xmlns:a="http://schemas.openxmlformats.org/drawingml/2006/main">
            <a:pPr>
              <a:defRPr sz="1200" b="1">
                <a:solidFill>
                  <a:srgbClr val="142C48"/>
                </a:solidFill>
                <a:latin typeface="Aptos"/>
                <a:ea typeface="Aptos"/>
                <a:cs typeface="Aptos"/>
              </a:defRPr>
            </a:pPr>
            <a:r>
              <a:rPr sz="1200" b="1">
                <a:solidFill>
                  <a:srgbClr val="142C48"/>
                </a:solidFill>
                <a:latin typeface="Aptos"/>
                <a:ea typeface="Aptos"/>
                <a:cs typeface="Aptos"/>
              </a:rPr>
              <a:t>FPT Telecom Internet services</a:t>
            </a:r>
          </a:p>
        </p:txBody>
      </p:sp>
      <p:sp>
        <p:nvSpPr>
          <p:cNvPr id="9" name="">
            <a:extLst xmlns:a="http://schemas.openxmlformats.org/drawingml/2006/main">
              <a:ext uri="{FF2B5EF4-FFF2-40B4-BE49-F238E27FC236}">
                <a16:creationId xmlns:a16="http://schemas.microsoft.com/office/drawing/2014/main" id="{B359F134-5A8A-4FB0-984A-ADDACD429088}"/>
              </a:ext>
            </a:extLst>
          </p:cNvPr>
          <p:cNvSpPr>
            <a:spLocks xmlns:a="http://schemas.openxmlformats.org/drawingml/2006/main" noGrp="1"/>
          </p:cNvSpPr>
          <p:nvPr/>
        </p:nvSpPr>
        <p:spPr>
          <a:xfrm xmlns:a="http://schemas.openxmlformats.org/drawingml/2006/main">
            <a:off x="504000" y="2268000"/>
            <a:ext cx="6300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1738A"/>
                </a:solidFill>
                <a:latin typeface="Aptos"/>
                <a:ea typeface="Aptos"/>
                <a:cs typeface="Aptos"/>
              </a:defRPr>
            </a:defPPr>
            <a:lvl1pPr>
              <a:defRPr sz="1050" b="0">
                <a:solidFill>
                  <a:srgbClr val="61738A"/>
                </a:solidFill>
                <a:latin typeface="Aptos"/>
                <a:ea typeface="Aptos"/>
                <a:cs typeface="Aptos"/>
              </a:defRPr>
            </a:lvl1pPr>
            <a:lvl2pPr>
              <a:defRPr sz="1050" b="0">
                <a:solidFill>
                  <a:srgbClr val="61738A"/>
                </a:solidFill>
                <a:latin typeface="Aptos"/>
                <a:ea typeface="Aptos"/>
                <a:cs typeface="Aptos"/>
              </a:defRPr>
            </a:lvl2pPr>
            <a:lvl3pPr>
              <a:defRPr sz="1050" b="0">
                <a:solidFill>
                  <a:srgbClr val="61738A"/>
                </a:solidFill>
                <a:latin typeface="Aptos"/>
                <a:ea typeface="Aptos"/>
                <a:cs typeface="Aptos"/>
              </a:defRPr>
            </a:lvl3pPr>
            <a:lvl4pPr>
              <a:defRPr sz="1050" b="0">
                <a:solidFill>
                  <a:srgbClr val="61738A"/>
                </a:solidFill>
                <a:latin typeface="Aptos"/>
                <a:ea typeface="Aptos"/>
                <a:cs typeface="Aptos"/>
              </a:defRPr>
            </a:lvl4pPr>
            <a:lvl5pPr>
              <a:defRPr sz="1050" b="0">
                <a:solidFill>
                  <a:srgbClr val="61738A"/>
                </a:solidFill>
                <a:latin typeface="Aptos"/>
                <a:ea typeface="Aptos"/>
                <a:cs typeface="Aptos"/>
              </a:defRPr>
            </a:lvl5pPr>
            <a:lvl6pPr>
              <a:defRPr sz="1050" b="0">
                <a:solidFill>
                  <a:srgbClr val="61738A"/>
                </a:solidFill>
                <a:latin typeface="Aptos"/>
                <a:ea typeface="Aptos"/>
                <a:cs typeface="Aptos"/>
              </a:defRPr>
            </a:lvl6pPr>
            <a:lvl7pPr>
              <a:defRPr sz="1050" b="0">
                <a:solidFill>
                  <a:srgbClr val="61738A"/>
                </a:solidFill>
                <a:latin typeface="Aptos"/>
                <a:ea typeface="Aptos"/>
                <a:cs typeface="Aptos"/>
              </a:defRPr>
            </a:lvl7pPr>
            <a:lvl8pPr>
              <a:defRPr sz="1050" b="0">
                <a:solidFill>
                  <a:srgbClr val="61738A"/>
                </a:solidFill>
                <a:latin typeface="Aptos"/>
                <a:ea typeface="Aptos"/>
                <a:cs typeface="Aptos"/>
              </a:defRPr>
            </a:lvl8pPr>
            <a:lvl9pPr>
              <a:defRPr sz="1050" b="0">
                <a:solidFill>
                  <a:srgbClr val="61738A"/>
                </a:solidFill>
                <a:latin typeface="Aptos"/>
                <a:ea typeface="Aptos"/>
                <a:cs typeface="Aptos"/>
              </a:defRPr>
            </a:lvl9pPr>
          </a:lstStyle>
          <a:p xmlns:a="http://schemas.openxmlformats.org/drawingml/2006/main">
            <a:pPr>
              <a:defRPr sz="1050" b="0">
                <a:solidFill>
                  <a:srgbClr val="61738A"/>
                </a:solidFill>
                <a:latin typeface="Aptos"/>
                <a:ea typeface="Aptos"/>
                <a:cs typeface="Aptos"/>
              </a:defRPr>
            </a:pPr>
            <a:r>
              <a:rPr sz="1050" b="0">
                <a:solidFill>
                  <a:srgbClr val="61738A"/>
                </a:solidFill>
                <a:latin typeface="Aptos"/>
                <a:ea typeface="Aptos"/>
                <a:cs typeface="Aptos"/>
              </a:rPr>
              <a:t>Binh Duong: case and proposed pilot</a:t>
            </a:r>
          </a:p>
        </p:txBody>
      </p:sp>
      <p:sp>
        <p:nvSpPr>
          <p:cNvPr id="10" name="">
            <a:extLst xmlns:a="http://schemas.openxmlformats.org/drawingml/2006/main">
              <a:ext uri="{FF2B5EF4-FFF2-40B4-BE49-F238E27FC236}">
                <a16:creationId xmlns:a16="http://schemas.microsoft.com/office/drawing/2014/main" id="{538745CA-3C6F-4914-AC10-6C3988E9516F}"/>
              </a:ext>
            </a:extLst>
          </p:cNvPr>
          <p:cNvSpPr>
            <a:spLocks xmlns:a="http://schemas.openxmlformats.org/drawingml/2006/main" noGrp="1"/>
          </p:cNvSpPr>
          <p:nvPr/>
        </p:nvSpPr>
        <p:spPr>
          <a:xfrm xmlns:a="http://schemas.openxmlformats.org/drawingml/2006/main">
            <a:off x="504000" y="2700000"/>
            <a:ext cx="370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0D69B3"/>
                </a:solidFill>
                <a:latin typeface="Aptos"/>
                <a:ea typeface="Aptos"/>
                <a:cs typeface="Aptos"/>
              </a:defRPr>
            </a:defPPr>
            <a:lvl1pPr>
              <a:defRPr sz="1050" b="1">
                <a:solidFill>
                  <a:srgbClr val="0D69B3"/>
                </a:solidFill>
                <a:latin typeface="Aptos"/>
                <a:ea typeface="Aptos"/>
                <a:cs typeface="Aptos"/>
              </a:defRPr>
            </a:lvl1pPr>
            <a:lvl2pPr>
              <a:defRPr sz="1050" b="1">
                <a:solidFill>
                  <a:srgbClr val="0D69B3"/>
                </a:solidFill>
                <a:latin typeface="Aptos"/>
                <a:ea typeface="Aptos"/>
                <a:cs typeface="Aptos"/>
              </a:defRPr>
            </a:lvl2pPr>
            <a:lvl3pPr>
              <a:defRPr sz="1050" b="1">
                <a:solidFill>
                  <a:srgbClr val="0D69B3"/>
                </a:solidFill>
                <a:latin typeface="Aptos"/>
                <a:ea typeface="Aptos"/>
                <a:cs typeface="Aptos"/>
              </a:defRPr>
            </a:lvl3pPr>
            <a:lvl4pPr>
              <a:defRPr sz="1050" b="1">
                <a:solidFill>
                  <a:srgbClr val="0D69B3"/>
                </a:solidFill>
                <a:latin typeface="Aptos"/>
                <a:ea typeface="Aptos"/>
                <a:cs typeface="Aptos"/>
              </a:defRPr>
            </a:lvl4pPr>
            <a:lvl5pPr>
              <a:defRPr sz="1050" b="1">
                <a:solidFill>
                  <a:srgbClr val="0D69B3"/>
                </a:solidFill>
                <a:latin typeface="Aptos"/>
                <a:ea typeface="Aptos"/>
                <a:cs typeface="Aptos"/>
              </a:defRPr>
            </a:lvl5pPr>
            <a:lvl6pPr>
              <a:defRPr sz="1050" b="1">
                <a:solidFill>
                  <a:srgbClr val="0D69B3"/>
                </a:solidFill>
                <a:latin typeface="Aptos"/>
                <a:ea typeface="Aptos"/>
                <a:cs typeface="Aptos"/>
              </a:defRPr>
            </a:lvl6pPr>
            <a:lvl7pPr>
              <a:defRPr sz="1050" b="1">
                <a:solidFill>
                  <a:srgbClr val="0D69B3"/>
                </a:solidFill>
                <a:latin typeface="Aptos"/>
                <a:ea typeface="Aptos"/>
                <a:cs typeface="Aptos"/>
              </a:defRPr>
            </a:lvl7pPr>
            <a:lvl8pPr>
              <a:defRPr sz="1050" b="1">
                <a:solidFill>
                  <a:srgbClr val="0D69B3"/>
                </a:solidFill>
                <a:latin typeface="Aptos"/>
                <a:ea typeface="Aptos"/>
                <a:cs typeface="Aptos"/>
              </a:defRPr>
            </a:lvl8pPr>
            <a:lvl9pPr>
              <a:defRPr sz="1050" b="1">
                <a:solidFill>
                  <a:srgbClr val="0D69B3"/>
                </a:solidFill>
                <a:latin typeface="Aptos"/>
                <a:ea typeface="Aptos"/>
                <a:cs typeface="Aptos"/>
              </a:defRPr>
            </a:lvl9pPr>
          </a:lstStyle>
          <a:p xmlns:a="http://schemas.openxmlformats.org/drawingml/2006/main">
            <a:pPr>
              <a:defRPr sz="1050" b="1">
                <a:solidFill>
                  <a:srgbClr val="0D69B3"/>
                </a:solidFill>
                <a:latin typeface="Aptos"/>
                <a:ea typeface="Aptos"/>
                <a:cs typeface="Aptos"/>
              </a:defRPr>
            </a:pPr>
            <a:r>
              <a:rPr sz="1050" b="1">
                <a:solidFill>
                  <a:srgbClr val="0D69B3"/>
                </a:solidFill>
                <a:latin typeface="Aptos"/>
                <a:ea typeface="Aptos"/>
                <a:cs typeface="Aptos"/>
              </a:rPr>
              <a:t>Reported monthly churn, 2026</a:t>
            </a:r>
          </a:p>
        </p:txBody>
      </p:sp>
      <p:graphicFrame>
        <p:nvGraphicFramePr>
          <p:cNvPr id="11" name="Chart">
            <a:extLst xmlns:a="http://schemas.openxmlformats.org/drawingml/2006/main">
              <a:ext uri="{FF2B5EF4-FFF2-40B4-BE49-F238E27FC236}">
                <a16:creationId xmlns:a16="http://schemas.microsoft.com/office/drawing/2014/main" id="{DB45618F-96BE-4F66-86C2-B79B086C30D6}"/>
              </a:ext>
            </a:extLst>
          </p:cNvPr>
          <p:cNvGraphicFramePr/>
          <p:nvPr/>
        </p:nvGraphicFramePr>
        <p:xfrm>
          <a:off xmlns:a="http://schemas.openxmlformats.org/drawingml/2006/main" x="432000" y="2952000"/>
          <a:ext xmlns:a="http://schemas.openxmlformats.org/drawingml/2006/main" cx="3600000" cy="1224000"/>
        </p:xfrm>
        <a:graphic xmlns:a="http://schemas.openxmlformats.org/drawingml/2006/main">
          <a:graphicData uri="http://schemas.openxmlformats.org/drawingml/2006/chart">
            <c:chart xmlns:r="http://schemas.openxmlformats.org/officeDocument/2006/relationships" xmlns:c="http://schemas.openxmlformats.org/drawingml/2006/chart" r:id="Ra93367b9f9454c33"/>
          </a:graphicData>
        </a:graphic>
      </p:graphicFrame>
      <p:sp>
        <p:nvSpPr>
          <p:cNvPr id="12" name="">
            <a:extLst xmlns:a="http://schemas.openxmlformats.org/drawingml/2006/main">
              <a:ext uri="{FF2B5EF4-FFF2-40B4-BE49-F238E27FC236}">
                <a16:creationId xmlns:a16="http://schemas.microsoft.com/office/drawing/2014/main" id="{C12D82B1-37D5-4332-A5B7-D7AE46242924}"/>
              </a:ext>
            </a:extLst>
          </p:cNvPr>
          <p:cNvSpPr>
            <a:spLocks xmlns:a="http://schemas.openxmlformats.org/drawingml/2006/main" noGrp="1"/>
          </p:cNvSpPr>
          <p:nvPr/>
        </p:nvSpPr>
        <p:spPr>
          <a:xfrm xmlns:a="http://schemas.openxmlformats.org/drawingml/2006/main">
            <a:off x="4392000" y="2736000"/>
            <a:ext cx="2664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00" b="1">
                <a:solidFill>
                  <a:srgbClr val="142C48"/>
                </a:solidFill>
                <a:latin typeface="Aptos"/>
                <a:ea typeface="Aptos"/>
                <a:cs typeface="Aptos"/>
              </a:defRPr>
            </a:defPPr>
            <a:lvl1pPr>
              <a:defRPr sz="2900" b="1">
                <a:solidFill>
                  <a:srgbClr val="142C48"/>
                </a:solidFill>
                <a:latin typeface="Aptos"/>
                <a:ea typeface="Aptos"/>
                <a:cs typeface="Aptos"/>
              </a:defRPr>
            </a:lvl1pPr>
            <a:lvl2pPr>
              <a:defRPr sz="2900" b="1">
                <a:solidFill>
                  <a:srgbClr val="142C48"/>
                </a:solidFill>
                <a:latin typeface="Aptos"/>
                <a:ea typeface="Aptos"/>
                <a:cs typeface="Aptos"/>
              </a:defRPr>
            </a:lvl2pPr>
            <a:lvl3pPr>
              <a:defRPr sz="2900" b="1">
                <a:solidFill>
                  <a:srgbClr val="142C48"/>
                </a:solidFill>
                <a:latin typeface="Aptos"/>
                <a:ea typeface="Aptos"/>
                <a:cs typeface="Aptos"/>
              </a:defRPr>
            </a:lvl3pPr>
            <a:lvl4pPr>
              <a:defRPr sz="2900" b="1">
                <a:solidFill>
                  <a:srgbClr val="142C48"/>
                </a:solidFill>
                <a:latin typeface="Aptos"/>
                <a:ea typeface="Aptos"/>
                <a:cs typeface="Aptos"/>
              </a:defRPr>
            </a:lvl4pPr>
            <a:lvl5pPr>
              <a:defRPr sz="2900" b="1">
                <a:solidFill>
                  <a:srgbClr val="142C48"/>
                </a:solidFill>
                <a:latin typeface="Aptos"/>
                <a:ea typeface="Aptos"/>
                <a:cs typeface="Aptos"/>
              </a:defRPr>
            </a:lvl5pPr>
            <a:lvl6pPr>
              <a:defRPr sz="2900" b="1">
                <a:solidFill>
                  <a:srgbClr val="142C48"/>
                </a:solidFill>
                <a:latin typeface="Aptos"/>
                <a:ea typeface="Aptos"/>
                <a:cs typeface="Aptos"/>
              </a:defRPr>
            </a:lvl6pPr>
            <a:lvl7pPr>
              <a:defRPr sz="2900" b="1">
                <a:solidFill>
                  <a:srgbClr val="142C48"/>
                </a:solidFill>
                <a:latin typeface="Aptos"/>
                <a:ea typeface="Aptos"/>
                <a:cs typeface="Aptos"/>
              </a:defRPr>
            </a:lvl7pPr>
            <a:lvl8pPr>
              <a:defRPr sz="2900" b="1">
                <a:solidFill>
                  <a:srgbClr val="142C48"/>
                </a:solidFill>
                <a:latin typeface="Aptos"/>
                <a:ea typeface="Aptos"/>
                <a:cs typeface="Aptos"/>
              </a:defRPr>
            </a:lvl8pPr>
            <a:lvl9pPr>
              <a:defRPr sz="2900" b="1">
                <a:solidFill>
                  <a:srgbClr val="142C48"/>
                </a:solidFill>
                <a:latin typeface="Aptos"/>
                <a:ea typeface="Aptos"/>
                <a:cs typeface="Aptos"/>
              </a:defRPr>
            </a:lvl9pPr>
          </a:lstStyle>
          <a:p xmlns:a="http://schemas.openxmlformats.org/drawingml/2006/main">
            <a:pPr>
              <a:defRPr sz="2900" b="1">
                <a:solidFill>
                  <a:srgbClr val="142C48"/>
                </a:solidFill>
                <a:latin typeface="Aptos"/>
                <a:ea typeface="Aptos"/>
                <a:cs typeface="Aptos"/>
              </a:defRPr>
            </a:pPr>
            <a:r>
              <a:rPr sz="2900" b="1">
                <a:solidFill>
                  <a:srgbClr val="142C48"/>
                </a:solidFill>
                <a:latin typeface="Aptos"/>
                <a:ea typeface="Aptos"/>
                <a:cs typeface="Aptos"/>
              </a:rPr>
              <a:t>+20%</a:t>
            </a:r>
          </a:p>
        </p:txBody>
      </p:sp>
      <p:sp>
        <p:nvSpPr>
          <p:cNvPr id="13" name="">
            <a:extLst xmlns:a="http://schemas.openxmlformats.org/drawingml/2006/main">
              <a:ext uri="{FF2B5EF4-FFF2-40B4-BE49-F238E27FC236}">
                <a16:creationId xmlns:a16="http://schemas.microsoft.com/office/drawing/2014/main" id="{A3421D56-2990-46B1-890C-2D806EAF8A67}"/>
              </a:ext>
            </a:extLst>
          </p:cNvPr>
          <p:cNvSpPr>
            <a:spLocks xmlns:a="http://schemas.openxmlformats.org/drawingml/2006/main" noGrp="1"/>
          </p:cNvSpPr>
          <p:nvPr/>
        </p:nvSpPr>
        <p:spPr>
          <a:xfrm xmlns:a="http://schemas.openxmlformats.org/drawingml/2006/main">
            <a:off x="4392000" y="3348000"/>
            <a:ext cx="2664000" cy="50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1738A"/>
                </a:solidFill>
                <a:latin typeface="Aptos"/>
                <a:ea typeface="Aptos"/>
                <a:cs typeface="Aptos"/>
              </a:defRPr>
            </a:defPPr>
            <a:lvl1pPr>
              <a:defRPr sz="1050" b="0">
                <a:solidFill>
                  <a:srgbClr val="61738A"/>
                </a:solidFill>
                <a:latin typeface="Aptos"/>
                <a:ea typeface="Aptos"/>
                <a:cs typeface="Aptos"/>
              </a:defRPr>
            </a:lvl1pPr>
            <a:lvl2pPr>
              <a:defRPr sz="1050" b="0">
                <a:solidFill>
                  <a:srgbClr val="61738A"/>
                </a:solidFill>
                <a:latin typeface="Aptos"/>
                <a:ea typeface="Aptos"/>
                <a:cs typeface="Aptos"/>
              </a:defRPr>
            </a:lvl2pPr>
            <a:lvl3pPr>
              <a:defRPr sz="1050" b="0">
                <a:solidFill>
                  <a:srgbClr val="61738A"/>
                </a:solidFill>
                <a:latin typeface="Aptos"/>
                <a:ea typeface="Aptos"/>
                <a:cs typeface="Aptos"/>
              </a:defRPr>
            </a:lvl3pPr>
            <a:lvl4pPr>
              <a:defRPr sz="1050" b="0">
                <a:solidFill>
                  <a:srgbClr val="61738A"/>
                </a:solidFill>
                <a:latin typeface="Aptos"/>
                <a:ea typeface="Aptos"/>
                <a:cs typeface="Aptos"/>
              </a:defRPr>
            </a:lvl4pPr>
            <a:lvl5pPr>
              <a:defRPr sz="1050" b="0">
                <a:solidFill>
                  <a:srgbClr val="61738A"/>
                </a:solidFill>
                <a:latin typeface="Aptos"/>
                <a:ea typeface="Aptos"/>
                <a:cs typeface="Aptos"/>
              </a:defRPr>
            </a:lvl5pPr>
            <a:lvl6pPr>
              <a:defRPr sz="1050" b="0">
                <a:solidFill>
                  <a:srgbClr val="61738A"/>
                </a:solidFill>
                <a:latin typeface="Aptos"/>
                <a:ea typeface="Aptos"/>
                <a:cs typeface="Aptos"/>
              </a:defRPr>
            </a:lvl6pPr>
            <a:lvl7pPr>
              <a:defRPr sz="1050" b="0">
                <a:solidFill>
                  <a:srgbClr val="61738A"/>
                </a:solidFill>
                <a:latin typeface="Aptos"/>
                <a:ea typeface="Aptos"/>
                <a:cs typeface="Aptos"/>
              </a:defRPr>
            </a:lvl7pPr>
            <a:lvl8pPr>
              <a:defRPr sz="1050" b="0">
                <a:solidFill>
                  <a:srgbClr val="61738A"/>
                </a:solidFill>
                <a:latin typeface="Aptos"/>
                <a:ea typeface="Aptos"/>
                <a:cs typeface="Aptos"/>
              </a:defRPr>
            </a:lvl8pPr>
            <a:lvl9pPr>
              <a:defRPr sz="1050" b="0">
                <a:solidFill>
                  <a:srgbClr val="61738A"/>
                </a:solidFill>
                <a:latin typeface="Aptos"/>
                <a:ea typeface="Aptos"/>
                <a:cs typeface="Aptos"/>
              </a:defRPr>
            </a:lvl9pPr>
          </a:lstStyle>
          <a:p xmlns:a="http://schemas.openxmlformats.org/drawingml/2006/main">
            <a:pPr>
              <a:defRPr sz="1050" b="0">
                <a:solidFill>
                  <a:srgbClr val="61738A"/>
                </a:solidFill>
                <a:latin typeface="Aptos"/>
                <a:ea typeface="Aptos"/>
                <a:cs typeface="Aptos"/>
              </a:defRPr>
            </a:pPr>
            <a:r>
              <a:rPr sz="1050" b="0">
                <a:solidFill>
                  <a:srgbClr val="61738A"/>
                </a:solidFill>
                <a:latin typeface="Aptos"/>
                <a:ea typeface="Aptos"/>
                <a:cs typeface="Aptos"/>
              </a:rPr>
              <a:t>National Internet churn count</a:t>
            </a:r>
          </a:p>
          <a:p xmlns:a="http://schemas.openxmlformats.org/drawingml/2006/main">
            <a:pPr>
              <a:defRPr sz="1050" b="0">
                <a:solidFill>
                  <a:srgbClr val="61738A"/>
                </a:solidFill>
                <a:latin typeface="Aptos"/>
                <a:ea typeface="Aptos"/>
                <a:cs typeface="Aptos"/>
              </a:defRPr>
            </a:pPr>
            <a:r>
              <a:rPr sz="1050" b="0">
                <a:solidFill>
                  <a:srgbClr val="61738A"/>
                </a:solidFill>
                <a:latin typeface="Aptos"/>
                <a:ea typeface="Aptos"/>
                <a:cs typeface="Aptos"/>
              </a:rPr>
              <a:t>YTD versus comparable 2025</a:t>
            </a:r>
          </a:p>
        </p:txBody>
      </p:sp>
      <p:sp>
        <p:nvSpPr>
          <p:cNvPr id="14" name="">
            <a:extLst xmlns:a="http://schemas.openxmlformats.org/drawingml/2006/main">
              <a:ext uri="{FF2B5EF4-FFF2-40B4-BE49-F238E27FC236}">
                <a16:creationId xmlns:a16="http://schemas.microsoft.com/office/drawing/2014/main" id="{2E385FFD-4F2C-44BB-9DA8-226C667318BE}"/>
              </a:ext>
            </a:extLst>
          </p:cNvPr>
          <p:cNvSpPr>
            <a:spLocks xmlns:a="http://schemas.openxmlformats.org/drawingml/2006/main" noGrp="1"/>
          </p:cNvSpPr>
          <p:nvPr/>
        </p:nvSpPr>
        <p:spPr>
          <a:xfrm xmlns:a="http://schemas.openxmlformats.org/drawingml/2006/main">
            <a:off x="4392000" y="3924000"/>
            <a:ext cx="2664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00" b="1">
                <a:solidFill>
                  <a:srgbClr val="0D69B3"/>
                </a:solidFill>
                <a:latin typeface="Aptos"/>
                <a:ea typeface="Aptos"/>
                <a:cs typeface="Aptos"/>
              </a:defRPr>
            </a:defPPr>
            <a:lvl1pPr>
              <a:defRPr sz="1700" b="1">
                <a:solidFill>
                  <a:srgbClr val="0D69B3"/>
                </a:solidFill>
                <a:latin typeface="Aptos"/>
                <a:ea typeface="Aptos"/>
                <a:cs typeface="Aptos"/>
              </a:defRPr>
            </a:lvl1pPr>
            <a:lvl2pPr>
              <a:defRPr sz="1700" b="1">
                <a:solidFill>
                  <a:srgbClr val="0D69B3"/>
                </a:solidFill>
                <a:latin typeface="Aptos"/>
                <a:ea typeface="Aptos"/>
                <a:cs typeface="Aptos"/>
              </a:defRPr>
            </a:lvl2pPr>
            <a:lvl3pPr>
              <a:defRPr sz="1700" b="1">
                <a:solidFill>
                  <a:srgbClr val="0D69B3"/>
                </a:solidFill>
                <a:latin typeface="Aptos"/>
                <a:ea typeface="Aptos"/>
                <a:cs typeface="Aptos"/>
              </a:defRPr>
            </a:lvl3pPr>
            <a:lvl4pPr>
              <a:defRPr sz="1700" b="1">
                <a:solidFill>
                  <a:srgbClr val="0D69B3"/>
                </a:solidFill>
                <a:latin typeface="Aptos"/>
                <a:ea typeface="Aptos"/>
                <a:cs typeface="Aptos"/>
              </a:defRPr>
            </a:lvl4pPr>
            <a:lvl5pPr>
              <a:defRPr sz="1700" b="1">
                <a:solidFill>
                  <a:srgbClr val="0D69B3"/>
                </a:solidFill>
                <a:latin typeface="Aptos"/>
                <a:ea typeface="Aptos"/>
                <a:cs typeface="Aptos"/>
              </a:defRPr>
            </a:lvl5pPr>
            <a:lvl6pPr>
              <a:defRPr sz="1700" b="1">
                <a:solidFill>
                  <a:srgbClr val="0D69B3"/>
                </a:solidFill>
                <a:latin typeface="Aptos"/>
                <a:ea typeface="Aptos"/>
                <a:cs typeface="Aptos"/>
              </a:defRPr>
            </a:lvl6pPr>
            <a:lvl7pPr>
              <a:defRPr sz="1700" b="1">
                <a:solidFill>
                  <a:srgbClr val="0D69B3"/>
                </a:solidFill>
                <a:latin typeface="Aptos"/>
                <a:ea typeface="Aptos"/>
                <a:cs typeface="Aptos"/>
              </a:defRPr>
            </a:lvl7pPr>
            <a:lvl8pPr>
              <a:defRPr sz="1700" b="1">
                <a:solidFill>
                  <a:srgbClr val="0D69B3"/>
                </a:solidFill>
                <a:latin typeface="Aptos"/>
                <a:ea typeface="Aptos"/>
                <a:cs typeface="Aptos"/>
              </a:defRPr>
            </a:lvl8pPr>
            <a:lvl9pPr>
              <a:defRPr sz="1700" b="1">
                <a:solidFill>
                  <a:srgbClr val="0D69B3"/>
                </a:solidFill>
                <a:latin typeface="Aptos"/>
                <a:ea typeface="Aptos"/>
                <a:cs typeface="Aptos"/>
              </a:defRPr>
            </a:lvl9pPr>
          </a:lstStyle>
          <a:p xmlns:a="http://schemas.openxmlformats.org/drawingml/2006/main">
            <a:pPr>
              <a:defRPr sz="1700" b="1">
                <a:solidFill>
                  <a:srgbClr val="0D69B3"/>
                </a:solidFill>
                <a:latin typeface="Aptos"/>
                <a:ea typeface="Aptos"/>
                <a:cs typeface="Aptos"/>
              </a:defRPr>
            </a:pPr>
            <a:r>
              <a:rPr sz="1700" b="1">
                <a:solidFill>
                  <a:srgbClr val="0D69B3"/>
                </a:solidFill>
                <a:latin typeface="Aptos"/>
                <a:ea typeface="Aptos"/>
                <a:cs typeface="Aptos"/>
              </a:rPr>
              <a:t>1.19%</a:t>
            </a:r>
          </a:p>
        </p:txBody>
      </p:sp>
      <p:sp>
        <p:nvSpPr>
          <p:cNvPr id="15" name="">
            <a:extLst xmlns:a="http://schemas.openxmlformats.org/drawingml/2006/main">
              <a:ext uri="{FF2B5EF4-FFF2-40B4-BE49-F238E27FC236}">
                <a16:creationId xmlns:a16="http://schemas.microsoft.com/office/drawing/2014/main" id="{92138752-67A2-4594-B455-5CC889BA9129}"/>
              </a:ext>
            </a:extLst>
          </p:cNvPr>
          <p:cNvSpPr>
            <a:spLocks xmlns:a="http://schemas.openxmlformats.org/drawingml/2006/main" noGrp="1"/>
          </p:cNvSpPr>
          <p:nvPr/>
        </p:nvSpPr>
        <p:spPr>
          <a:xfrm xmlns:a="http://schemas.openxmlformats.org/drawingml/2006/main">
            <a:off x="504000" y="4320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September rate: 2,500 / ~210,000</a:t>
            </a:r>
          </a:p>
        </p:txBody>
      </p:sp>
      <p:sp>
        <p:nvSpPr>
          <p:cNvPr id="16" name="">
            <a:extLst xmlns:a="http://schemas.openxmlformats.org/drawingml/2006/main">
              <a:ext uri="{FF2B5EF4-FFF2-40B4-BE49-F238E27FC236}">
                <a16:creationId xmlns:a16="http://schemas.microsoft.com/office/drawing/2014/main" id="{7BC30DE5-6360-4DF1-9B17-0282A30F3E75}"/>
              </a:ext>
            </a:extLst>
          </p:cNvPr>
          <p:cNvSpPr>
            <a:spLocks xmlns:a="http://schemas.openxmlformats.org/drawingml/2006/main" noGrp="1"/>
          </p:cNvSpPr>
          <p:nvPr/>
        </p:nvSpPr>
        <p:spPr>
          <a:xfrm xmlns:a="http://schemas.openxmlformats.org/drawingml/2006/main">
            <a:off x="504000" y="4752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Current process</a:t>
            </a:r>
          </a:p>
        </p:txBody>
      </p:sp>
      <p:sp>
        <p:nvSpPr>
          <p:cNvPr id="17" name="">
            <a:extLst xmlns:a="http://schemas.openxmlformats.org/drawingml/2006/main">
              <a:ext uri="{FF2B5EF4-FFF2-40B4-BE49-F238E27FC236}">
                <a16:creationId xmlns:a16="http://schemas.microsoft.com/office/drawing/2014/main" id="{59C4CF64-E4B1-46F6-80C2-8F1E72FD538A}"/>
              </a:ext>
            </a:extLst>
          </p:cNvPr>
          <p:cNvSpPr>
            <a:spLocks xmlns:a="http://schemas.openxmlformats.org/drawingml/2006/main" noGrp="1"/>
          </p:cNvSpPr>
          <p:nvPr/>
        </p:nvSpPr>
        <p:spPr>
          <a:xfrm xmlns:a="http://schemas.openxmlformats.org/drawingml/2006/main">
            <a:off x="504000" y="5076000"/>
            <a:ext cx="2040000" cy="360000"/>
          </a:xfrm>
          <a:prstGeom xmlns:a="http://schemas.openxmlformats.org/drawingml/2006/main" prst="rect">
            <a:avLst/>
          </a:prstGeom>
          <a:solidFill xmlns:a="http://schemas.openxmlformats.org/drawingml/2006/main">
            <a:srgbClr val="FFFFFF"/>
          </a:solidFill>
          <a:ln xmlns:a="http://schemas.openxmlformats.org/drawingml/2006/main" w="5715">
            <a:solidFill>
              <a:srgbClr val="DAE3EB"/>
            </a:solidFill>
          </a:ln>
        </p:spPr>
      </p:sp>
      <p:sp>
        <p:nvSpPr>
          <p:cNvPr id="18" name="">
            <a:extLst xmlns:a="http://schemas.openxmlformats.org/drawingml/2006/main">
              <a:ext uri="{FF2B5EF4-FFF2-40B4-BE49-F238E27FC236}">
                <a16:creationId xmlns:a16="http://schemas.microsoft.com/office/drawing/2014/main" id="{AAF74355-4BEA-4A73-9E25-0FA82043F0A0}"/>
              </a:ext>
            </a:extLst>
          </p:cNvPr>
          <p:cNvSpPr>
            <a:spLocks xmlns:a="http://schemas.openxmlformats.org/drawingml/2006/main" noGrp="1"/>
          </p:cNvSpPr>
          <p:nvPr/>
        </p:nvSpPr>
        <p:spPr>
          <a:xfrm xmlns:a="http://schemas.openxmlformats.org/drawingml/2006/main">
            <a:off x="576000" y="5155200"/>
            <a:ext cx="189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0D69B3"/>
                </a:solidFill>
                <a:latin typeface="Aptos"/>
                <a:ea typeface="Aptos"/>
                <a:cs typeface="Aptos"/>
              </a:defRPr>
            </a:defPPr>
            <a:lvl1pPr>
              <a:defRPr sz="1000" b="1">
                <a:solidFill>
                  <a:srgbClr val="0D69B3"/>
                </a:solidFill>
                <a:latin typeface="Aptos"/>
                <a:ea typeface="Aptos"/>
                <a:cs typeface="Aptos"/>
              </a:defRPr>
            </a:lvl1pPr>
            <a:lvl2pPr>
              <a:defRPr sz="1000" b="1">
                <a:solidFill>
                  <a:srgbClr val="0D69B3"/>
                </a:solidFill>
                <a:latin typeface="Aptos"/>
                <a:ea typeface="Aptos"/>
                <a:cs typeface="Aptos"/>
              </a:defRPr>
            </a:lvl2pPr>
            <a:lvl3pPr>
              <a:defRPr sz="1000" b="1">
                <a:solidFill>
                  <a:srgbClr val="0D69B3"/>
                </a:solidFill>
                <a:latin typeface="Aptos"/>
                <a:ea typeface="Aptos"/>
                <a:cs typeface="Aptos"/>
              </a:defRPr>
            </a:lvl3pPr>
            <a:lvl4pPr>
              <a:defRPr sz="1000" b="1">
                <a:solidFill>
                  <a:srgbClr val="0D69B3"/>
                </a:solidFill>
                <a:latin typeface="Aptos"/>
                <a:ea typeface="Aptos"/>
                <a:cs typeface="Aptos"/>
              </a:defRPr>
            </a:lvl4pPr>
            <a:lvl5pPr>
              <a:defRPr sz="1000" b="1">
                <a:solidFill>
                  <a:srgbClr val="0D69B3"/>
                </a:solidFill>
                <a:latin typeface="Aptos"/>
                <a:ea typeface="Aptos"/>
                <a:cs typeface="Aptos"/>
              </a:defRPr>
            </a:lvl5pPr>
            <a:lvl6pPr>
              <a:defRPr sz="1000" b="1">
                <a:solidFill>
                  <a:srgbClr val="0D69B3"/>
                </a:solidFill>
                <a:latin typeface="Aptos"/>
                <a:ea typeface="Aptos"/>
                <a:cs typeface="Aptos"/>
              </a:defRPr>
            </a:lvl6pPr>
            <a:lvl7pPr>
              <a:defRPr sz="1000" b="1">
                <a:solidFill>
                  <a:srgbClr val="0D69B3"/>
                </a:solidFill>
                <a:latin typeface="Aptos"/>
                <a:ea typeface="Aptos"/>
                <a:cs typeface="Aptos"/>
              </a:defRPr>
            </a:lvl7pPr>
            <a:lvl8pPr>
              <a:defRPr sz="1000" b="1">
                <a:solidFill>
                  <a:srgbClr val="0D69B3"/>
                </a:solidFill>
                <a:latin typeface="Aptos"/>
                <a:ea typeface="Aptos"/>
                <a:cs typeface="Aptos"/>
              </a:defRPr>
            </a:lvl8pPr>
            <a:lvl9pPr>
              <a:defRPr sz="1000" b="1">
                <a:solidFill>
                  <a:srgbClr val="0D69B3"/>
                </a:solidFill>
                <a:latin typeface="Aptos"/>
                <a:ea typeface="Aptos"/>
                <a:cs typeface="Aptos"/>
              </a:defRPr>
            </a:lvl9pPr>
          </a:lstStyle>
          <a:p xmlns:a="http://schemas.openxmlformats.org/drawingml/2006/main">
            <a:pPr>
              <a:defRPr sz="1000" b="1">
                <a:solidFill>
                  <a:srgbClr val="0D69B3"/>
                </a:solidFill>
                <a:latin typeface="Aptos"/>
                <a:ea typeface="Aptos"/>
                <a:cs typeface="Aptos"/>
              </a:defRPr>
            </a:pPr>
            <a:r>
              <a:rPr sz="1000" b="1">
                <a:solidFill>
                  <a:srgbClr val="0D69B3"/>
                </a:solidFill>
                <a:latin typeface="Aptos"/>
                <a:ea typeface="Aptos"/>
                <a:cs typeface="Aptos"/>
              </a:rPr>
              <a:t>Existing model</a:t>
            </a:r>
          </a:p>
        </p:txBody>
      </p:sp>
      <p:sp>
        <p:nvSpPr>
          <p:cNvPr id="19" name="">
            <a:extLst xmlns:a="http://schemas.openxmlformats.org/drawingml/2006/main">
              <a:ext uri="{FF2B5EF4-FFF2-40B4-BE49-F238E27FC236}">
                <a16:creationId xmlns:a16="http://schemas.microsoft.com/office/drawing/2014/main" id="{41927488-645F-4ED5-A767-0D06E797EA7E}"/>
              </a:ext>
            </a:extLst>
          </p:cNvPr>
          <p:cNvSpPr>
            <a:spLocks xmlns:a="http://schemas.openxmlformats.org/drawingml/2006/main" noGrp="1"/>
          </p:cNvSpPr>
          <p:nvPr/>
        </p:nvSpPr>
        <p:spPr>
          <a:xfrm xmlns:a="http://schemas.openxmlformats.org/drawingml/2006/main">
            <a:off x="2760000" y="5076000"/>
            <a:ext cx="2040000" cy="360000"/>
          </a:xfrm>
          <a:prstGeom xmlns:a="http://schemas.openxmlformats.org/drawingml/2006/main" prst="rect">
            <a:avLst/>
          </a:prstGeom>
          <a:solidFill xmlns:a="http://schemas.openxmlformats.org/drawingml/2006/main">
            <a:srgbClr val="FFFFFF"/>
          </a:solidFill>
          <a:ln xmlns:a="http://schemas.openxmlformats.org/drawingml/2006/main" w="5715">
            <a:solidFill>
              <a:srgbClr val="DAE3EB"/>
            </a:solidFill>
          </a:ln>
        </p:spPr>
      </p:sp>
      <p:sp>
        <p:nvSpPr>
          <p:cNvPr id="20" name="">
            <a:extLst xmlns:a="http://schemas.openxmlformats.org/drawingml/2006/main">
              <a:ext uri="{FF2B5EF4-FFF2-40B4-BE49-F238E27FC236}">
                <a16:creationId xmlns:a16="http://schemas.microsoft.com/office/drawing/2014/main" id="{1C9273FA-E357-425B-89EB-E532B510FAB9}"/>
              </a:ext>
            </a:extLst>
          </p:cNvPr>
          <p:cNvSpPr>
            <a:spLocks xmlns:a="http://schemas.openxmlformats.org/drawingml/2006/main" noGrp="1"/>
          </p:cNvSpPr>
          <p:nvPr/>
        </p:nvSpPr>
        <p:spPr>
          <a:xfrm xmlns:a="http://schemas.openxmlformats.org/drawingml/2006/main">
            <a:off x="2832000" y="5155200"/>
            <a:ext cx="189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0D69B3"/>
                </a:solidFill>
                <a:latin typeface="Aptos"/>
                <a:ea typeface="Aptos"/>
                <a:cs typeface="Aptos"/>
              </a:defRPr>
            </a:defPPr>
            <a:lvl1pPr>
              <a:defRPr sz="1000" b="1">
                <a:solidFill>
                  <a:srgbClr val="0D69B3"/>
                </a:solidFill>
                <a:latin typeface="Aptos"/>
                <a:ea typeface="Aptos"/>
                <a:cs typeface="Aptos"/>
              </a:defRPr>
            </a:lvl1pPr>
            <a:lvl2pPr>
              <a:defRPr sz="1000" b="1">
                <a:solidFill>
                  <a:srgbClr val="0D69B3"/>
                </a:solidFill>
                <a:latin typeface="Aptos"/>
                <a:ea typeface="Aptos"/>
                <a:cs typeface="Aptos"/>
              </a:defRPr>
            </a:lvl2pPr>
            <a:lvl3pPr>
              <a:defRPr sz="1000" b="1">
                <a:solidFill>
                  <a:srgbClr val="0D69B3"/>
                </a:solidFill>
                <a:latin typeface="Aptos"/>
                <a:ea typeface="Aptos"/>
                <a:cs typeface="Aptos"/>
              </a:defRPr>
            </a:lvl3pPr>
            <a:lvl4pPr>
              <a:defRPr sz="1000" b="1">
                <a:solidFill>
                  <a:srgbClr val="0D69B3"/>
                </a:solidFill>
                <a:latin typeface="Aptos"/>
                <a:ea typeface="Aptos"/>
                <a:cs typeface="Aptos"/>
              </a:defRPr>
            </a:lvl4pPr>
            <a:lvl5pPr>
              <a:defRPr sz="1000" b="1">
                <a:solidFill>
                  <a:srgbClr val="0D69B3"/>
                </a:solidFill>
                <a:latin typeface="Aptos"/>
                <a:ea typeface="Aptos"/>
                <a:cs typeface="Aptos"/>
              </a:defRPr>
            </a:lvl5pPr>
            <a:lvl6pPr>
              <a:defRPr sz="1000" b="1">
                <a:solidFill>
                  <a:srgbClr val="0D69B3"/>
                </a:solidFill>
                <a:latin typeface="Aptos"/>
                <a:ea typeface="Aptos"/>
                <a:cs typeface="Aptos"/>
              </a:defRPr>
            </a:lvl6pPr>
            <a:lvl7pPr>
              <a:defRPr sz="1000" b="1">
                <a:solidFill>
                  <a:srgbClr val="0D69B3"/>
                </a:solidFill>
                <a:latin typeface="Aptos"/>
                <a:ea typeface="Aptos"/>
                <a:cs typeface="Aptos"/>
              </a:defRPr>
            </a:lvl7pPr>
            <a:lvl8pPr>
              <a:defRPr sz="1000" b="1">
                <a:solidFill>
                  <a:srgbClr val="0D69B3"/>
                </a:solidFill>
                <a:latin typeface="Aptos"/>
                <a:ea typeface="Aptos"/>
                <a:cs typeface="Aptos"/>
              </a:defRPr>
            </a:lvl8pPr>
            <a:lvl9pPr>
              <a:defRPr sz="1000" b="1">
                <a:solidFill>
                  <a:srgbClr val="0D69B3"/>
                </a:solidFill>
                <a:latin typeface="Aptos"/>
                <a:ea typeface="Aptos"/>
                <a:cs typeface="Aptos"/>
              </a:defRPr>
            </a:lvl9pPr>
          </a:lstStyle>
          <a:p xmlns:a="http://schemas.openxmlformats.org/drawingml/2006/main">
            <a:pPr>
              <a:defRPr sz="1000" b="1">
                <a:solidFill>
                  <a:srgbClr val="0D69B3"/>
                </a:solidFill>
                <a:latin typeface="Aptos"/>
                <a:ea typeface="Aptos"/>
                <a:cs typeface="Aptos"/>
              </a:defRPr>
            </a:pPr>
            <a:r>
              <a:rPr sz="1000" b="1">
                <a:solidFill>
                  <a:srgbClr val="0D69B3"/>
                </a:solidFill>
                <a:latin typeface="Aptos"/>
                <a:ea typeface="Aptos"/>
                <a:cs typeface="Aptos"/>
              </a:rPr>
              <a:t>Score &gt;500 list</a:t>
            </a:r>
          </a:p>
        </p:txBody>
      </p:sp>
      <p:sp>
        <p:nvSpPr>
          <p:cNvPr id="21" name="">
            <a:extLst xmlns:a="http://schemas.openxmlformats.org/drawingml/2006/main">
              <a:ext uri="{FF2B5EF4-FFF2-40B4-BE49-F238E27FC236}">
                <a16:creationId xmlns:a16="http://schemas.microsoft.com/office/drawing/2014/main" id="{87142099-6DDE-4021-BECF-263FA79421D9}"/>
              </a:ext>
            </a:extLst>
          </p:cNvPr>
          <p:cNvSpPr>
            <a:spLocks xmlns:a="http://schemas.openxmlformats.org/drawingml/2006/main" noGrp="1"/>
          </p:cNvSpPr>
          <p:nvPr/>
        </p:nvSpPr>
        <p:spPr>
          <a:xfrm xmlns:a="http://schemas.openxmlformats.org/drawingml/2006/main">
            <a:off x="5016000" y="5076000"/>
            <a:ext cx="2040000" cy="360000"/>
          </a:xfrm>
          <a:prstGeom xmlns:a="http://schemas.openxmlformats.org/drawingml/2006/main" prst="rect">
            <a:avLst/>
          </a:prstGeom>
          <a:solidFill xmlns:a="http://schemas.openxmlformats.org/drawingml/2006/main">
            <a:srgbClr val="FFFFFF"/>
          </a:solidFill>
          <a:ln xmlns:a="http://schemas.openxmlformats.org/drawingml/2006/main" w="5715">
            <a:solidFill>
              <a:srgbClr val="DAE3EB"/>
            </a:solidFill>
          </a:ln>
        </p:spPr>
      </p:sp>
      <p:sp>
        <p:nvSpPr>
          <p:cNvPr id="22" name="">
            <a:extLst xmlns:a="http://schemas.openxmlformats.org/drawingml/2006/main">
              <a:ext uri="{FF2B5EF4-FFF2-40B4-BE49-F238E27FC236}">
                <a16:creationId xmlns:a16="http://schemas.microsoft.com/office/drawing/2014/main" id="{FDC8C72D-E2B8-4A7D-8919-B172D3F3A32B}"/>
              </a:ext>
            </a:extLst>
          </p:cNvPr>
          <p:cNvSpPr>
            <a:spLocks xmlns:a="http://schemas.openxmlformats.org/drawingml/2006/main" noGrp="1"/>
          </p:cNvSpPr>
          <p:nvPr/>
        </p:nvSpPr>
        <p:spPr>
          <a:xfrm xmlns:a="http://schemas.openxmlformats.org/drawingml/2006/main">
            <a:off x="5088000" y="5155200"/>
            <a:ext cx="189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0D69B3"/>
                </a:solidFill>
                <a:latin typeface="Aptos"/>
                <a:ea typeface="Aptos"/>
                <a:cs typeface="Aptos"/>
              </a:defRPr>
            </a:defPPr>
            <a:lvl1pPr>
              <a:defRPr sz="1000" b="1">
                <a:solidFill>
                  <a:srgbClr val="0D69B3"/>
                </a:solidFill>
                <a:latin typeface="Aptos"/>
                <a:ea typeface="Aptos"/>
                <a:cs typeface="Aptos"/>
              </a:defRPr>
            </a:lvl1pPr>
            <a:lvl2pPr>
              <a:defRPr sz="1000" b="1">
                <a:solidFill>
                  <a:srgbClr val="0D69B3"/>
                </a:solidFill>
                <a:latin typeface="Aptos"/>
                <a:ea typeface="Aptos"/>
                <a:cs typeface="Aptos"/>
              </a:defRPr>
            </a:lvl2pPr>
            <a:lvl3pPr>
              <a:defRPr sz="1000" b="1">
                <a:solidFill>
                  <a:srgbClr val="0D69B3"/>
                </a:solidFill>
                <a:latin typeface="Aptos"/>
                <a:ea typeface="Aptos"/>
                <a:cs typeface="Aptos"/>
              </a:defRPr>
            </a:lvl3pPr>
            <a:lvl4pPr>
              <a:defRPr sz="1000" b="1">
                <a:solidFill>
                  <a:srgbClr val="0D69B3"/>
                </a:solidFill>
                <a:latin typeface="Aptos"/>
                <a:ea typeface="Aptos"/>
                <a:cs typeface="Aptos"/>
              </a:defRPr>
            </a:lvl4pPr>
            <a:lvl5pPr>
              <a:defRPr sz="1000" b="1">
                <a:solidFill>
                  <a:srgbClr val="0D69B3"/>
                </a:solidFill>
                <a:latin typeface="Aptos"/>
                <a:ea typeface="Aptos"/>
                <a:cs typeface="Aptos"/>
              </a:defRPr>
            </a:lvl5pPr>
            <a:lvl6pPr>
              <a:defRPr sz="1000" b="1">
                <a:solidFill>
                  <a:srgbClr val="0D69B3"/>
                </a:solidFill>
                <a:latin typeface="Aptos"/>
                <a:ea typeface="Aptos"/>
                <a:cs typeface="Aptos"/>
              </a:defRPr>
            </a:lvl6pPr>
            <a:lvl7pPr>
              <a:defRPr sz="1000" b="1">
                <a:solidFill>
                  <a:srgbClr val="0D69B3"/>
                </a:solidFill>
                <a:latin typeface="Aptos"/>
                <a:ea typeface="Aptos"/>
                <a:cs typeface="Aptos"/>
              </a:defRPr>
            </a:lvl7pPr>
            <a:lvl8pPr>
              <a:defRPr sz="1000" b="1">
                <a:solidFill>
                  <a:srgbClr val="0D69B3"/>
                </a:solidFill>
                <a:latin typeface="Aptos"/>
                <a:ea typeface="Aptos"/>
                <a:cs typeface="Aptos"/>
              </a:defRPr>
            </a:lvl8pPr>
            <a:lvl9pPr>
              <a:defRPr sz="1000" b="1">
                <a:solidFill>
                  <a:srgbClr val="0D69B3"/>
                </a:solidFill>
                <a:latin typeface="Aptos"/>
                <a:ea typeface="Aptos"/>
                <a:cs typeface="Aptos"/>
              </a:defRPr>
            </a:lvl9pPr>
          </a:lstStyle>
          <a:p xmlns:a="http://schemas.openxmlformats.org/drawingml/2006/main">
            <a:pPr>
              <a:defRPr sz="1000" b="1">
                <a:solidFill>
                  <a:srgbClr val="0D69B3"/>
                </a:solidFill>
                <a:latin typeface="Aptos"/>
                <a:ea typeface="Aptos"/>
                <a:cs typeface="Aptos"/>
              </a:defRPr>
            </a:pPr>
            <a:r>
              <a:rPr sz="1000" b="1">
                <a:solidFill>
                  <a:srgbClr val="0D69B3"/>
                </a:solidFill>
                <a:latin typeface="Aptos"/>
                <a:ea typeface="Aptos"/>
                <a:cs typeface="Aptos"/>
              </a:rPr>
              <a:t>Monthly CS handover</a:t>
            </a:r>
          </a:p>
        </p:txBody>
      </p:sp>
      <p:sp>
        <p:nvSpPr>
          <p:cNvPr id="25" name="">
            <a:extLst xmlns:a="http://schemas.openxmlformats.org/drawingml/2006/main">
              <a:ext uri="{FF2B5EF4-FFF2-40B4-BE49-F238E27FC236}">
                <a16:creationId xmlns:a16="http://schemas.microsoft.com/office/drawing/2014/main" id="{81F9E033-7A2E-4D75-A28D-69AD1F94672A}"/>
              </a:ext>
            </a:extLst>
          </p:cNvPr>
          <p:cNvSpPr>
            <a:spLocks xmlns:a="http://schemas.openxmlformats.org/drawingml/2006/main" noGrp="1"/>
          </p:cNvSpPr>
          <p:nvPr/>
        </p:nvSpPr>
        <p:spPr>
          <a:xfrm xmlns:a="http://schemas.openxmlformats.org/drawingml/2006/main">
            <a:off x="504000" y="5724000"/>
            <a:ext cx="1404000" cy="50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1">
                <a:solidFill>
                  <a:srgbClr val="142C48"/>
                </a:solidFill>
                <a:latin typeface="Aptos"/>
                <a:ea typeface="Aptos"/>
                <a:cs typeface="Aptos"/>
              </a:defRPr>
            </a:defPPr>
            <a:lvl1pPr>
              <a:defRPr sz="1100" b="1">
                <a:solidFill>
                  <a:srgbClr val="142C48"/>
                </a:solidFill>
                <a:latin typeface="Aptos"/>
                <a:ea typeface="Aptos"/>
                <a:cs typeface="Aptos"/>
              </a:defRPr>
            </a:lvl1pPr>
            <a:lvl2pPr>
              <a:defRPr sz="1100" b="1">
                <a:solidFill>
                  <a:srgbClr val="142C48"/>
                </a:solidFill>
                <a:latin typeface="Aptos"/>
                <a:ea typeface="Aptos"/>
                <a:cs typeface="Aptos"/>
              </a:defRPr>
            </a:lvl2pPr>
            <a:lvl3pPr>
              <a:defRPr sz="1100" b="1">
                <a:solidFill>
                  <a:srgbClr val="142C48"/>
                </a:solidFill>
                <a:latin typeface="Aptos"/>
                <a:ea typeface="Aptos"/>
                <a:cs typeface="Aptos"/>
              </a:defRPr>
            </a:lvl3pPr>
            <a:lvl4pPr>
              <a:defRPr sz="1100" b="1">
                <a:solidFill>
                  <a:srgbClr val="142C48"/>
                </a:solidFill>
                <a:latin typeface="Aptos"/>
                <a:ea typeface="Aptos"/>
                <a:cs typeface="Aptos"/>
              </a:defRPr>
            </a:lvl4pPr>
            <a:lvl5pPr>
              <a:defRPr sz="1100" b="1">
                <a:solidFill>
                  <a:srgbClr val="142C48"/>
                </a:solidFill>
                <a:latin typeface="Aptos"/>
                <a:ea typeface="Aptos"/>
                <a:cs typeface="Aptos"/>
              </a:defRPr>
            </a:lvl5pPr>
            <a:lvl6pPr>
              <a:defRPr sz="1100" b="1">
                <a:solidFill>
                  <a:srgbClr val="142C48"/>
                </a:solidFill>
                <a:latin typeface="Aptos"/>
                <a:ea typeface="Aptos"/>
                <a:cs typeface="Aptos"/>
              </a:defRPr>
            </a:lvl6pPr>
            <a:lvl7pPr>
              <a:defRPr sz="1100" b="1">
                <a:solidFill>
                  <a:srgbClr val="142C48"/>
                </a:solidFill>
                <a:latin typeface="Aptos"/>
                <a:ea typeface="Aptos"/>
                <a:cs typeface="Aptos"/>
              </a:defRPr>
            </a:lvl7pPr>
            <a:lvl8pPr>
              <a:defRPr sz="1100" b="1">
                <a:solidFill>
                  <a:srgbClr val="142C48"/>
                </a:solidFill>
                <a:latin typeface="Aptos"/>
                <a:ea typeface="Aptos"/>
                <a:cs typeface="Aptos"/>
              </a:defRPr>
            </a:lvl8pPr>
            <a:lvl9pPr>
              <a:defRPr sz="1100" b="1">
                <a:solidFill>
                  <a:srgbClr val="142C48"/>
                </a:solidFill>
                <a:latin typeface="Aptos"/>
                <a:ea typeface="Aptos"/>
                <a:cs typeface="Aptos"/>
              </a:defRPr>
            </a:lvl9pPr>
          </a:lstStyle>
          <a:p xmlns:a="http://schemas.openxmlformats.org/drawingml/2006/main">
            <a:pPr>
              <a:defRPr sz="1100" b="1">
                <a:solidFill>
                  <a:srgbClr val="142C48"/>
                </a:solidFill>
                <a:latin typeface="Aptos"/>
                <a:ea typeface="Aptos"/>
                <a:cs typeface="Aptos"/>
              </a:defRPr>
            </a:pPr>
            <a:r>
              <a:rPr sz="1100" b="1">
                <a:solidFill>
                  <a:srgbClr val="142C48"/>
                </a:solidFill>
                <a:latin typeface="Aptos"/>
                <a:ea typeface="Aptos"/>
                <a:cs typeface="Aptos"/>
              </a:rPr>
              <a:t>Unclear approach</a:t>
            </a:r>
          </a:p>
        </p:txBody>
      </p:sp>
      <p:sp>
        <p:nvSpPr>
          <p:cNvPr id="26" name="">
            <a:extLst xmlns:a="http://schemas.openxmlformats.org/drawingml/2006/main">
              <a:ext uri="{FF2B5EF4-FFF2-40B4-BE49-F238E27FC236}">
                <a16:creationId xmlns:a16="http://schemas.microsoft.com/office/drawing/2014/main" id="{DB8E7324-D144-4C92-AF4B-4D683EE0C8ED}"/>
              </a:ext>
            </a:extLst>
          </p:cNvPr>
          <p:cNvSpPr>
            <a:spLocks xmlns:a="http://schemas.openxmlformats.org/drawingml/2006/main" noGrp="1"/>
          </p:cNvSpPr>
          <p:nvPr/>
        </p:nvSpPr>
        <p:spPr>
          <a:xfrm xmlns:a="http://schemas.openxmlformats.org/drawingml/2006/main">
            <a:off x="2052000" y="5724000"/>
            <a:ext cx="5004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Risk alerts lack enough context.</a:t>
            </a:r>
          </a:p>
        </p:txBody>
      </p:sp>
      <p:sp>
        <p:nvSpPr>
          <p:cNvPr id="27" name="">
            <a:extLst xmlns:a="http://schemas.openxmlformats.org/drawingml/2006/main">
              <a:ext uri="{FF2B5EF4-FFF2-40B4-BE49-F238E27FC236}">
                <a16:creationId xmlns:a16="http://schemas.microsoft.com/office/drawing/2014/main" id="{ADCB0A67-7BAE-453B-9A4F-D5C13FD9CA91}"/>
              </a:ext>
            </a:extLst>
          </p:cNvPr>
          <p:cNvSpPr>
            <a:spLocks xmlns:a="http://schemas.openxmlformats.org/drawingml/2006/main" noGrp="1"/>
          </p:cNvSpPr>
          <p:nvPr/>
        </p:nvSpPr>
        <p:spPr>
          <a:xfrm xmlns:a="http://schemas.openxmlformats.org/drawingml/2006/main">
            <a:off x="2052000" y="5976000"/>
            <a:ext cx="5004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0D69B3"/>
                </a:solidFill>
                <a:latin typeface="Aptos"/>
                <a:ea typeface="Aptos"/>
                <a:cs typeface="Aptos"/>
              </a:defRPr>
            </a:defPPr>
            <a:lvl1pPr>
              <a:defRPr sz="1050" b="1">
                <a:solidFill>
                  <a:srgbClr val="0D69B3"/>
                </a:solidFill>
                <a:latin typeface="Aptos"/>
                <a:ea typeface="Aptos"/>
                <a:cs typeface="Aptos"/>
              </a:defRPr>
            </a:lvl1pPr>
            <a:lvl2pPr>
              <a:defRPr sz="1050" b="1">
                <a:solidFill>
                  <a:srgbClr val="0D69B3"/>
                </a:solidFill>
                <a:latin typeface="Aptos"/>
                <a:ea typeface="Aptos"/>
                <a:cs typeface="Aptos"/>
              </a:defRPr>
            </a:lvl2pPr>
            <a:lvl3pPr>
              <a:defRPr sz="1050" b="1">
                <a:solidFill>
                  <a:srgbClr val="0D69B3"/>
                </a:solidFill>
                <a:latin typeface="Aptos"/>
                <a:ea typeface="Aptos"/>
                <a:cs typeface="Aptos"/>
              </a:defRPr>
            </a:lvl3pPr>
            <a:lvl4pPr>
              <a:defRPr sz="1050" b="1">
                <a:solidFill>
                  <a:srgbClr val="0D69B3"/>
                </a:solidFill>
                <a:latin typeface="Aptos"/>
                <a:ea typeface="Aptos"/>
                <a:cs typeface="Aptos"/>
              </a:defRPr>
            </a:lvl4pPr>
            <a:lvl5pPr>
              <a:defRPr sz="1050" b="1">
                <a:solidFill>
                  <a:srgbClr val="0D69B3"/>
                </a:solidFill>
                <a:latin typeface="Aptos"/>
                <a:ea typeface="Aptos"/>
                <a:cs typeface="Aptos"/>
              </a:defRPr>
            </a:lvl5pPr>
            <a:lvl6pPr>
              <a:defRPr sz="1050" b="1">
                <a:solidFill>
                  <a:srgbClr val="0D69B3"/>
                </a:solidFill>
                <a:latin typeface="Aptos"/>
                <a:ea typeface="Aptos"/>
                <a:cs typeface="Aptos"/>
              </a:defRPr>
            </a:lvl6pPr>
            <a:lvl7pPr>
              <a:defRPr sz="1050" b="1">
                <a:solidFill>
                  <a:srgbClr val="0D69B3"/>
                </a:solidFill>
                <a:latin typeface="Aptos"/>
                <a:ea typeface="Aptos"/>
                <a:cs typeface="Aptos"/>
              </a:defRPr>
            </a:lvl7pPr>
            <a:lvl8pPr>
              <a:defRPr sz="1050" b="1">
                <a:solidFill>
                  <a:srgbClr val="0D69B3"/>
                </a:solidFill>
                <a:latin typeface="Aptos"/>
                <a:ea typeface="Aptos"/>
                <a:cs typeface="Aptos"/>
              </a:defRPr>
            </a:lvl8pPr>
            <a:lvl9pPr>
              <a:defRPr sz="1050" b="1">
                <a:solidFill>
                  <a:srgbClr val="0D69B3"/>
                </a:solidFill>
                <a:latin typeface="Aptos"/>
                <a:ea typeface="Aptos"/>
                <a:cs typeface="Aptos"/>
              </a:defRPr>
            </a:lvl9pPr>
          </a:lstStyle>
          <a:p xmlns:a="http://schemas.openxmlformats.org/drawingml/2006/main">
            <a:pPr>
              <a:defRPr sz="1050" b="1">
                <a:solidFill>
                  <a:srgbClr val="0D69B3"/>
                </a:solidFill>
                <a:latin typeface="Aptos"/>
                <a:ea typeface="Aptos"/>
                <a:cs typeface="Aptos"/>
              </a:defRPr>
            </a:pPr>
            <a:r>
              <a:rPr sz="1050" b="1">
                <a:solidFill>
                  <a:srgbClr val="0D69B3"/>
                </a:solidFill>
                <a:latin typeface="Aptos"/>
                <a:ea typeface="Aptos"/>
                <a:cs typeface="Aptos"/>
              </a:rPr>
              <a:t>What should staff verify and discuss?</a:t>
            </a:r>
          </a:p>
        </p:txBody>
      </p:sp>
      <p:sp>
        <p:nvSpPr>
          <p:cNvPr id="28" name="">
            <a:extLst xmlns:a="http://schemas.openxmlformats.org/drawingml/2006/main">
              <a:ext uri="{FF2B5EF4-FFF2-40B4-BE49-F238E27FC236}">
                <a16:creationId xmlns:a16="http://schemas.microsoft.com/office/drawing/2014/main" id="{45E8D7B4-3EC5-4B53-8BD5-A9F3E608F91A}"/>
              </a:ext>
            </a:extLst>
          </p:cNvPr>
          <p:cNvSpPr>
            <a:spLocks xmlns:a="http://schemas.openxmlformats.org/drawingml/2006/main" noGrp="1"/>
          </p:cNvSpPr>
          <p:nvPr/>
        </p:nvSpPr>
        <p:spPr>
          <a:xfrm xmlns:a="http://schemas.openxmlformats.org/drawingml/2006/main">
            <a:off x="504000" y="6264000"/>
            <a:ext cx="6552000" cy="9000"/>
          </a:xfrm>
          <a:prstGeom xmlns:a="http://schemas.openxmlformats.org/drawingml/2006/main" prst="rect">
            <a:avLst/>
          </a:prstGeom>
          <a:solidFill xmlns:a="http://schemas.openxmlformats.org/drawingml/2006/main">
            <a:srgbClr val="DAE3E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B8944BF-5B6E-4475-B469-2C6BEC512652}"/>
              </a:ext>
            </a:extLst>
          </p:cNvPr>
          <p:cNvSpPr>
            <a:spLocks xmlns:a="http://schemas.openxmlformats.org/drawingml/2006/main" noGrp="1"/>
          </p:cNvSpPr>
          <p:nvPr/>
        </p:nvSpPr>
        <p:spPr>
          <a:xfrm xmlns:a="http://schemas.openxmlformats.org/drawingml/2006/main">
            <a:off x="504000" y="6336000"/>
            <a:ext cx="1404000" cy="50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1">
                <a:solidFill>
                  <a:srgbClr val="142C48"/>
                </a:solidFill>
                <a:latin typeface="Aptos"/>
                <a:ea typeface="Aptos"/>
                <a:cs typeface="Aptos"/>
              </a:defRPr>
            </a:defPPr>
            <a:lvl1pPr>
              <a:defRPr sz="1100" b="1">
                <a:solidFill>
                  <a:srgbClr val="142C48"/>
                </a:solidFill>
                <a:latin typeface="Aptos"/>
                <a:ea typeface="Aptos"/>
                <a:cs typeface="Aptos"/>
              </a:defRPr>
            </a:lvl1pPr>
            <a:lvl2pPr>
              <a:defRPr sz="1100" b="1">
                <a:solidFill>
                  <a:srgbClr val="142C48"/>
                </a:solidFill>
                <a:latin typeface="Aptos"/>
                <a:ea typeface="Aptos"/>
                <a:cs typeface="Aptos"/>
              </a:defRPr>
            </a:lvl2pPr>
            <a:lvl3pPr>
              <a:defRPr sz="1100" b="1">
                <a:solidFill>
                  <a:srgbClr val="142C48"/>
                </a:solidFill>
                <a:latin typeface="Aptos"/>
                <a:ea typeface="Aptos"/>
                <a:cs typeface="Aptos"/>
              </a:defRPr>
            </a:lvl3pPr>
            <a:lvl4pPr>
              <a:defRPr sz="1100" b="1">
                <a:solidFill>
                  <a:srgbClr val="142C48"/>
                </a:solidFill>
                <a:latin typeface="Aptos"/>
                <a:ea typeface="Aptos"/>
                <a:cs typeface="Aptos"/>
              </a:defRPr>
            </a:lvl4pPr>
            <a:lvl5pPr>
              <a:defRPr sz="1100" b="1">
                <a:solidFill>
                  <a:srgbClr val="142C48"/>
                </a:solidFill>
                <a:latin typeface="Aptos"/>
                <a:ea typeface="Aptos"/>
                <a:cs typeface="Aptos"/>
              </a:defRPr>
            </a:lvl5pPr>
            <a:lvl6pPr>
              <a:defRPr sz="1100" b="1">
                <a:solidFill>
                  <a:srgbClr val="142C48"/>
                </a:solidFill>
                <a:latin typeface="Aptos"/>
                <a:ea typeface="Aptos"/>
                <a:cs typeface="Aptos"/>
              </a:defRPr>
            </a:lvl6pPr>
            <a:lvl7pPr>
              <a:defRPr sz="1100" b="1">
                <a:solidFill>
                  <a:srgbClr val="142C48"/>
                </a:solidFill>
                <a:latin typeface="Aptos"/>
                <a:ea typeface="Aptos"/>
                <a:cs typeface="Aptos"/>
              </a:defRPr>
            </a:lvl7pPr>
            <a:lvl8pPr>
              <a:defRPr sz="1100" b="1">
                <a:solidFill>
                  <a:srgbClr val="142C48"/>
                </a:solidFill>
                <a:latin typeface="Aptos"/>
                <a:ea typeface="Aptos"/>
                <a:cs typeface="Aptos"/>
              </a:defRPr>
            </a:lvl8pPr>
            <a:lvl9pPr>
              <a:defRPr sz="1100" b="1">
                <a:solidFill>
                  <a:srgbClr val="142C48"/>
                </a:solidFill>
                <a:latin typeface="Aptos"/>
                <a:ea typeface="Aptos"/>
                <a:cs typeface="Aptos"/>
              </a:defRPr>
            </a:lvl9pPr>
          </a:lstStyle>
          <a:p xmlns:a="http://schemas.openxmlformats.org/drawingml/2006/main">
            <a:pPr>
              <a:defRPr sz="1100" b="1">
                <a:solidFill>
                  <a:srgbClr val="142C48"/>
                </a:solidFill>
                <a:latin typeface="Aptos"/>
                <a:ea typeface="Aptos"/>
                <a:cs typeface="Aptos"/>
              </a:defRPr>
            </a:pPr>
            <a:r>
              <a:rPr sz="1100" b="1">
                <a:solidFill>
                  <a:srgbClr val="142C48"/>
                </a:solidFill>
                <a:latin typeface="Aptos"/>
                <a:ea typeface="Aptos"/>
                <a:cs typeface="Aptos"/>
              </a:rPr>
              <a:t>Late contact</a:t>
            </a:r>
          </a:p>
        </p:txBody>
      </p:sp>
      <p:sp>
        <p:nvSpPr>
          <p:cNvPr id="30" name="">
            <a:extLst xmlns:a="http://schemas.openxmlformats.org/drawingml/2006/main">
              <a:ext uri="{FF2B5EF4-FFF2-40B4-BE49-F238E27FC236}">
                <a16:creationId xmlns:a16="http://schemas.microsoft.com/office/drawing/2014/main" id="{326631A2-26F6-43F2-8655-5F0B2A474B46}"/>
              </a:ext>
            </a:extLst>
          </p:cNvPr>
          <p:cNvSpPr>
            <a:spLocks xmlns:a="http://schemas.openxmlformats.org/drawingml/2006/main" noGrp="1"/>
          </p:cNvSpPr>
          <p:nvPr/>
        </p:nvSpPr>
        <p:spPr>
          <a:xfrm xmlns:a="http://schemas.openxmlformats.org/drawingml/2006/main">
            <a:off x="2052000" y="6336000"/>
            <a:ext cx="5004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Some customers leave before contact.</a:t>
            </a:r>
          </a:p>
        </p:txBody>
      </p:sp>
      <p:sp>
        <p:nvSpPr>
          <p:cNvPr id="31" name="">
            <a:extLst xmlns:a="http://schemas.openxmlformats.org/drawingml/2006/main">
              <a:ext uri="{FF2B5EF4-FFF2-40B4-BE49-F238E27FC236}">
                <a16:creationId xmlns:a16="http://schemas.microsoft.com/office/drawing/2014/main" id="{71CC3061-6940-44C8-A2CA-5284A286AB11}"/>
              </a:ext>
            </a:extLst>
          </p:cNvPr>
          <p:cNvSpPr>
            <a:spLocks xmlns:a="http://schemas.openxmlformats.org/drawingml/2006/main" noGrp="1"/>
          </p:cNvSpPr>
          <p:nvPr/>
        </p:nvSpPr>
        <p:spPr>
          <a:xfrm xmlns:a="http://schemas.openxmlformats.org/drawingml/2006/main">
            <a:off x="2052000" y="6588000"/>
            <a:ext cx="5004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0D69B3"/>
                </a:solidFill>
                <a:latin typeface="Aptos"/>
                <a:ea typeface="Aptos"/>
                <a:cs typeface="Aptos"/>
              </a:defRPr>
            </a:defPPr>
            <a:lvl1pPr>
              <a:defRPr sz="1050" b="1">
                <a:solidFill>
                  <a:srgbClr val="0D69B3"/>
                </a:solidFill>
                <a:latin typeface="Aptos"/>
                <a:ea typeface="Aptos"/>
                <a:cs typeface="Aptos"/>
              </a:defRPr>
            </a:lvl1pPr>
            <a:lvl2pPr>
              <a:defRPr sz="1050" b="1">
                <a:solidFill>
                  <a:srgbClr val="0D69B3"/>
                </a:solidFill>
                <a:latin typeface="Aptos"/>
                <a:ea typeface="Aptos"/>
                <a:cs typeface="Aptos"/>
              </a:defRPr>
            </a:lvl2pPr>
            <a:lvl3pPr>
              <a:defRPr sz="1050" b="1">
                <a:solidFill>
                  <a:srgbClr val="0D69B3"/>
                </a:solidFill>
                <a:latin typeface="Aptos"/>
                <a:ea typeface="Aptos"/>
                <a:cs typeface="Aptos"/>
              </a:defRPr>
            </a:lvl3pPr>
            <a:lvl4pPr>
              <a:defRPr sz="1050" b="1">
                <a:solidFill>
                  <a:srgbClr val="0D69B3"/>
                </a:solidFill>
                <a:latin typeface="Aptos"/>
                <a:ea typeface="Aptos"/>
                <a:cs typeface="Aptos"/>
              </a:defRPr>
            </a:lvl4pPr>
            <a:lvl5pPr>
              <a:defRPr sz="1050" b="1">
                <a:solidFill>
                  <a:srgbClr val="0D69B3"/>
                </a:solidFill>
                <a:latin typeface="Aptos"/>
                <a:ea typeface="Aptos"/>
                <a:cs typeface="Aptos"/>
              </a:defRPr>
            </a:lvl5pPr>
            <a:lvl6pPr>
              <a:defRPr sz="1050" b="1">
                <a:solidFill>
                  <a:srgbClr val="0D69B3"/>
                </a:solidFill>
                <a:latin typeface="Aptos"/>
                <a:ea typeface="Aptos"/>
                <a:cs typeface="Aptos"/>
              </a:defRPr>
            </a:lvl6pPr>
            <a:lvl7pPr>
              <a:defRPr sz="1050" b="1">
                <a:solidFill>
                  <a:srgbClr val="0D69B3"/>
                </a:solidFill>
                <a:latin typeface="Aptos"/>
                <a:ea typeface="Aptos"/>
                <a:cs typeface="Aptos"/>
              </a:defRPr>
            </a:lvl7pPr>
            <a:lvl8pPr>
              <a:defRPr sz="1050" b="1">
                <a:solidFill>
                  <a:srgbClr val="0D69B3"/>
                </a:solidFill>
                <a:latin typeface="Aptos"/>
                <a:ea typeface="Aptos"/>
                <a:cs typeface="Aptos"/>
              </a:defRPr>
            </a:lvl8pPr>
            <a:lvl9pPr>
              <a:defRPr sz="1050" b="1">
                <a:solidFill>
                  <a:srgbClr val="0D69B3"/>
                </a:solidFill>
                <a:latin typeface="Aptos"/>
                <a:ea typeface="Aptos"/>
                <a:cs typeface="Aptos"/>
              </a:defRPr>
            </a:lvl9pPr>
          </a:lstStyle>
          <a:p xmlns:a="http://schemas.openxmlformats.org/drawingml/2006/main">
            <a:pPr>
              <a:defRPr sz="1050" b="1">
                <a:solidFill>
                  <a:srgbClr val="0D69B3"/>
                </a:solidFill>
                <a:latin typeface="Aptos"/>
                <a:ea typeface="Aptos"/>
                <a:cs typeface="Aptos"/>
              </a:defRPr>
            </a:pPr>
            <a:r>
              <a:rPr sz="1050" b="1">
                <a:solidFill>
                  <a:srgbClr val="0D69B3"/>
                </a:solidFill>
                <a:latin typeface="Aptos"/>
                <a:ea typeface="Aptos"/>
                <a:cs typeface="Aptos"/>
              </a:rPr>
              <a:t>Who needs attention first?</a:t>
            </a:r>
          </a:p>
        </p:txBody>
      </p:sp>
      <p:sp>
        <p:nvSpPr>
          <p:cNvPr id="32" name="">
            <a:extLst xmlns:a="http://schemas.openxmlformats.org/drawingml/2006/main">
              <a:ext uri="{FF2B5EF4-FFF2-40B4-BE49-F238E27FC236}">
                <a16:creationId xmlns:a16="http://schemas.microsoft.com/office/drawing/2014/main" id="{E77C0111-01CC-494B-BAC9-2B43CB6AE7EF}"/>
              </a:ext>
            </a:extLst>
          </p:cNvPr>
          <p:cNvSpPr>
            <a:spLocks xmlns:a="http://schemas.openxmlformats.org/drawingml/2006/main" noGrp="1"/>
          </p:cNvSpPr>
          <p:nvPr/>
        </p:nvSpPr>
        <p:spPr>
          <a:xfrm xmlns:a="http://schemas.openxmlformats.org/drawingml/2006/main">
            <a:off x="504000" y="6876000"/>
            <a:ext cx="6552000" cy="9000"/>
          </a:xfrm>
          <a:prstGeom xmlns:a="http://schemas.openxmlformats.org/drawingml/2006/main" prst="rect">
            <a:avLst/>
          </a:prstGeom>
          <a:solidFill xmlns:a="http://schemas.openxmlformats.org/drawingml/2006/main">
            <a:srgbClr val="DAE3E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2037F1D-A2A7-4D7D-A006-ACDBF1685F19}"/>
              </a:ext>
            </a:extLst>
          </p:cNvPr>
          <p:cNvSpPr>
            <a:spLocks xmlns:a="http://schemas.openxmlformats.org/drawingml/2006/main" noGrp="1"/>
          </p:cNvSpPr>
          <p:nvPr/>
        </p:nvSpPr>
        <p:spPr>
          <a:xfrm xmlns:a="http://schemas.openxmlformats.org/drawingml/2006/main">
            <a:off x="504000" y="6948000"/>
            <a:ext cx="1404000" cy="50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1">
                <a:solidFill>
                  <a:srgbClr val="142C48"/>
                </a:solidFill>
                <a:latin typeface="Aptos"/>
                <a:ea typeface="Aptos"/>
                <a:cs typeface="Aptos"/>
              </a:defRPr>
            </a:defPPr>
            <a:lvl1pPr>
              <a:defRPr sz="1100" b="1">
                <a:solidFill>
                  <a:srgbClr val="142C48"/>
                </a:solidFill>
                <a:latin typeface="Aptos"/>
                <a:ea typeface="Aptos"/>
                <a:cs typeface="Aptos"/>
              </a:defRPr>
            </a:lvl1pPr>
            <a:lvl2pPr>
              <a:defRPr sz="1100" b="1">
                <a:solidFill>
                  <a:srgbClr val="142C48"/>
                </a:solidFill>
                <a:latin typeface="Aptos"/>
                <a:ea typeface="Aptos"/>
                <a:cs typeface="Aptos"/>
              </a:defRPr>
            </a:lvl2pPr>
            <a:lvl3pPr>
              <a:defRPr sz="1100" b="1">
                <a:solidFill>
                  <a:srgbClr val="142C48"/>
                </a:solidFill>
                <a:latin typeface="Aptos"/>
                <a:ea typeface="Aptos"/>
                <a:cs typeface="Aptos"/>
              </a:defRPr>
            </a:lvl3pPr>
            <a:lvl4pPr>
              <a:defRPr sz="1100" b="1">
                <a:solidFill>
                  <a:srgbClr val="142C48"/>
                </a:solidFill>
                <a:latin typeface="Aptos"/>
                <a:ea typeface="Aptos"/>
                <a:cs typeface="Aptos"/>
              </a:defRPr>
            </a:lvl4pPr>
            <a:lvl5pPr>
              <a:defRPr sz="1100" b="1">
                <a:solidFill>
                  <a:srgbClr val="142C48"/>
                </a:solidFill>
                <a:latin typeface="Aptos"/>
                <a:ea typeface="Aptos"/>
                <a:cs typeface="Aptos"/>
              </a:defRPr>
            </a:lvl5pPr>
            <a:lvl6pPr>
              <a:defRPr sz="1100" b="1">
                <a:solidFill>
                  <a:srgbClr val="142C48"/>
                </a:solidFill>
                <a:latin typeface="Aptos"/>
                <a:ea typeface="Aptos"/>
                <a:cs typeface="Aptos"/>
              </a:defRPr>
            </a:lvl6pPr>
            <a:lvl7pPr>
              <a:defRPr sz="1100" b="1">
                <a:solidFill>
                  <a:srgbClr val="142C48"/>
                </a:solidFill>
                <a:latin typeface="Aptos"/>
                <a:ea typeface="Aptos"/>
                <a:cs typeface="Aptos"/>
              </a:defRPr>
            </a:lvl7pPr>
            <a:lvl8pPr>
              <a:defRPr sz="1100" b="1">
                <a:solidFill>
                  <a:srgbClr val="142C48"/>
                </a:solidFill>
                <a:latin typeface="Aptos"/>
                <a:ea typeface="Aptos"/>
                <a:cs typeface="Aptos"/>
              </a:defRPr>
            </a:lvl8pPr>
            <a:lvl9pPr>
              <a:defRPr sz="1100" b="1">
                <a:solidFill>
                  <a:srgbClr val="142C48"/>
                </a:solidFill>
                <a:latin typeface="Aptos"/>
                <a:ea typeface="Aptos"/>
                <a:cs typeface="Aptos"/>
              </a:defRPr>
            </a:lvl9pPr>
          </a:lstStyle>
          <a:p xmlns:a="http://schemas.openxmlformats.org/drawingml/2006/main">
            <a:pPr>
              <a:defRPr sz="1100" b="1">
                <a:solidFill>
                  <a:srgbClr val="142C48"/>
                </a:solidFill>
                <a:latin typeface="Aptos"/>
                <a:ea typeface="Aptos"/>
                <a:cs typeface="Aptos"/>
              </a:defRPr>
            </a:pPr>
            <a:r>
              <a:rPr sz="1100" b="1">
                <a:solidFill>
                  <a:srgbClr val="142C48"/>
                </a:solidFill>
                <a:latin typeface="Aptos"/>
                <a:ea typeface="Aptos"/>
                <a:cs typeface="Aptos"/>
              </a:rPr>
              <a:t>Unresolved issue</a:t>
            </a:r>
          </a:p>
        </p:txBody>
      </p:sp>
      <p:sp>
        <p:nvSpPr>
          <p:cNvPr id="34" name="">
            <a:extLst xmlns:a="http://schemas.openxmlformats.org/drawingml/2006/main">
              <a:ext uri="{FF2B5EF4-FFF2-40B4-BE49-F238E27FC236}">
                <a16:creationId xmlns:a16="http://schemas.microsoft.com/office/drawing/2014/main" id="{EF7263C5-D94A-49E5-B127-B845F6C009C2}"/>
              </a:ext>
            </a:extLst>
          </p:cNvPr>
          <p:cNvSpPr>
            <a:spLocks xmlns:a="http://schemas.openxmlformats.org/drawingml/2006/main" noGrp="1"/>
          </p:cNvSpPr>
          <p:nvPr/>
        </p:nvSpPr>
        <p:spPr>
          <a:xfrm xmlns:a="http://schemas.openxmlformats.org/drawingml/2006/main">
            <a:off x="2052000" y="6948000"/>
            <a:ext cx="5004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Contact may not resolve the concern.</a:t>
            </a:r>
          </a:p>
        </p:txBody>
      </p:sp>
      <p:sp>
        <p:nvSpPr>
          <p:cNvPr id="35" name="">
            <a:extLst xmlns:a="http://schemas.openxmlformats.org/drawingml/2006/main">
              <a:ext uri="{FF2B5EF4-FFF2-40B4-BE49-F238E27FC236}">
                <a16:creationId xmlns:a16="http://schemas.microsoft.com/office/drawing/2014/main" id="{A5FE6365-D2F8-497B-9D0B-D0CEAA27A795}"/>
              </a:ext>
            </a:extLst>
          </p:cNvPr>
          <p:cNvSpPr>
            <a:spLocks xmlns:a="http://schemas.openxmlformats.org/drawingml/2006/main" noGrp="1"/>
          </p:cNvSpPr>
          <p:nvPr/>
        </p:nvSpPr>
        <p:spPr>
          <a:xfrm xmlns:a="http://schemas.openxmlformats.org/drawingml/2006/main">
            <a:off x="2052000" y="7200000"/>
            <a:ext cx="5004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0D69B3"/>
                </a:solidFill>
                <a:latin typeface="Aptos"/>
                <a:ea typeface="Aptos"/>
                <a:cs typeface="Aptos"/>
              </a:defRPr>
            </a:defPPr>
            <a:lvl1pPr>
              <a:defRPr sz="1050" b="1">
                <a:solidFill>
                  <a:srgbClr val="0D69B3"/>
                </a:solidFill>
                <a:latin typeface="Aptos"/>
                <a:ea typeface="Aptos"/>
                <a:cs typeface="Aptos"/>
              </a:defRPr>
            </a:lvl1pPr>
            <a:lvl2pPr>
              <a:defRPr sz="1050" b="1">
                <a:solidFill>
                  <a:srgbClr val="0D69B3"/>
                </a:solidFill>
                <a:latin typeface="Aptos"/>
                <a:ea typeface="Aptos"/>
                <a:cs typeface="Aptos"/>
              </a:defRPr>
            </a:lvl2pPr>
            <a:lvl3pPr>
              <a:defRPr sz="1050" b="1">
                <a:solidFill>
                  <a:srgbClr val="0D69B3"/>
                </a:solidFill>
                <a:latin typeface="Aptos"/>
                <a:ea typeface="Aptos"/>
                <a:cs typeface="Aptos"/>
              </a:defRPr>
            </a:lvl3pPr>
            <a:lvl4pPr>
              <a:defRPr sz="1050" b="1">
                <a:solidFill>
                  <a:srgbClr val="0D69B3"/>
                </a:solidFill>
                <a:latin typeface="Aptos"/>
                <a:ea typeface="Aptos"/>
                <a:cs typeface="Aptos"/>
              </a:defRPr>
            </a:lvl4pPr>
            <a:lvl5pPr>
              <a:defRPr sz="1050" b="1">
                <a:solidFill>
                  <a:srgbClr val="0D69B3"/>
                </a:solidFill>
                <a:latin typeface="Aptos"/>
                <a:ea typeface="Aptos"/>
                <a:cs typeface="Aptos"/>
              </a:defRPr>
            </a:lvl5pPr>
            <a:lvl6pPr>
              <a:defRPr sz="1050" b="1">
                <a:solidFill>
                  <a:srgbClr val="0D69B3"/>
                </a:solidFill>
                <a:latin typeface="Aptos"/>
                <a:ea typeface="Aptos"/>
                <a:cs typeface="Aptos"/>
              </a:defRPr>
            </a:lvl6pPr>
            <a:lvl7pPr>
              <a:defRPr sz="1050" b="1">
                <a:solidFill>
                  <a:srgbClr val="0D69B3"/>
                </a:solidFill>
                <a:latin typeface="Aptos"/>
                <a:ea typeface="Aptos"/>
                <a:cs typeface="Aptos"/>
              </a:defRPr>
            </a:lvl7pPr>
            <a:lvl8pPr>
              <a:defRPr sz="1050" b="1">
                <a:solidFill>
                  <a:srgbClr val="0D69B3"/>
                </a:solidFill>
                <a:latin typeface="Aptos"/>
                <a:ea typeface="Aptos"/>
                <a:cs typeface="Aptos"/>
              </a:defRPr>
            </a:lvl8pPr>
            <a:lvl9pPr>
              <a:defRPr sz="1050" b="1">
                <a:solidFill>
                  <a:srgbClr val="0D69B3"/>
                </a:solidFill>
                <a:latin typeface="Aptos"/>
                <a:ea typeface="Aptos"/>
                <a:cs typeface="Aptos"/>
              </a:defRPr>
            </a:lvl9pPr>
          </a:lstStyle>
          <a:p xmlns:a="http://schemas.openxmlformats.org/drawingml/2006/main">
            <a:pPr>
              <a:defRPr sz="1050" b="1">
                <a:solidFill>
                  <a:srgbClr val="0D69B3"/>
                </a:solidFill>
                <a:latin typeface="Aptos"/>
                <a:ea typeface="Aptos"/>
                <a:cs typeface="Aptos"/>
              </a:defRPr>
            </a:pPr>
            <a:r>
              <a:rPr sz="1050" b="1">
                <a:solidFill>
                  <a:srgbClr val="0D69B3"/>
                </a:solidFill>
                <a:latin typeface="Aptos"/>
                <a:ea typeface="Aptos"/>
                <a:cs typeface="Aptos"/>
              </a:rPr>
              <a:t>What action or handoff is needed?</a:t>
            </a:r>
          </a:p>
        </p:txBody>
      </p:sp>
      <p:sp>
        <p:nvSpPr>
          <p:cNvPr id="36" name="">
            <a:extLst xmlns:a="http://schemas.openxmlformats.org/drawingml/2006/main">
              <a:ext uri="{FF2B5EF4-FFF2-40B4-BE49-F238E27FC236}">
                <a16:creationId xmlns:a16="http://schemas.microsoft.com/office/drawing/2014/main" id="{6233C011-A7FF-431F-8B2B-23F6B664F9A5}"/>
              </a:ext>
            </a:extLst>
          </p:cNvPr>
          <p:cNvSpPr>
            <a:spLocks xmlns:a="http://schemas.openxmlformats.org/drawingml/2006/main" noGrp="1"/>
          </p:cNvSpPr>
          <p:nvPr/>
        </p:nvSpPr>
        <p:spPr>
          <a:xfrm xmlns:a="http://schemas.openxmlformats.org/drawingml/2006/main">
            <a:off x="504000" y="7704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Objective: timely, appropriate and accountable care</a:t>
            </a:r>
          </a:p>
        </p:txBody>
      </p:sp>
      <p:sp>
        <p:nvSpPr>
          <p:cNvPr id="37" name="">
            <a:extLst xmlns:a="http://schemas.openxmlformats.org/drawingml/2006/main">
              <a:ext uri="{FF2B5EF4-FFF2-40B4-BE49-F238E27FC236}">
                <a16:creationId xmlns:a16="http://schemas.microsoft.com/office/drawing/2014/main" id="{E8182D95-5C7D-4BB8-BCFD-86B616930C49}"/>
              </a:ext>
            </a:extLst>
          </p:cNvPr>
          <p:cNvSpPr>
            <a:spLocks xmlns:a="http://schemas.openxmlformats.org/drawingml/2006/main" noGrp="1"/>
          </p:cNvSpPr>
          <p:nvPr/>
        </p:nvSpPr>
        <p:spPr>
          <a:xfrm xmlns:a="http://schemas.openxmlformats.org/drawingml/2006/main">
            <a:off x="504000" y="8064000"/>
            <a:ext cx="65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Agents act; Supervisors assign and monitor. Data Analytics supplies evidence;</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Technical Support investigates referred service issues.</a:t>
            </a:r>
          </a:p>
        </p:txBody>
      </p:sp>
      <p:sp>
        <p:nvSpPr>
          <p:cNvPr id="38" name="">
            <a:extLst xmlns:a="http://schemas.openxmlformats.org/drawingml/2006/main">
              <a:ext uri="{FF2B5EF4-FFF2-40B4-BE49-F238E27FC236}">
                <a16:creationId xmlns:a16="http://schemas.microsoft.com/office/drawing/2014/main" id="{8C24C373-0372-4E12-8DDE-60253F05E55D}"/>
              </a:ext>
            </a:extLst>
          </p:cNvPr>
          <p:cNvSpPr>
            <a:spLocks xmlns:a="http://schemas.openxmlformats.org/drawingml/2006/main" noGrp="1"/>
          </p:cNvSpPr>
          <p:nvPr/>
        </p:nvSpPr>
        <p:spPr>
          <a:xfrm xmlns:a="http://schemas.openxmlformats.org/drawingml/2006/main">
            <a:off x="504000" y="8784000"/>
            <a:ext cx="6552000" cy="9000"/>
          </a:xfrm>
          <a:prstGeom xmlns:a="http://schemas.openxmlformats.org/drawingml/2006/main" prst="rect">
            <a:avLst/>
          </a:prstGeom>
          <a:solidFill xmlns:a="http://schemas.openxmlformats.org/drawingml/2006/main">
            <a:srgbClr val="DAE3EB"/>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A8150F8B-3605-4F70-8181-CEF642702306}"/>
              </a:ext>
            </a:extLst>
          </p:cNvPr>
          <p:cNvSpPr>
            <a:spLocks xmlns:a="http://schemas.openxmlformats.org/drawingml/2006/main" noGrp="1"/>
          </p:cNvSpPr>
          <p:nvPr/>
        </p:nvSpPr>
        <p:spPr>
          <a:xfrm xmlns:a="http://schemas.openxmlformats.org/drawingml/2006/main">
            <a:off x="504000" y="8964000"/>
            <a:ext cx="324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F27323"/>
                </a:solidFill>
                <a:latin typeface="Aptos"/>
                <a:ea typeface="Aptos"/>
                <a:cs typeface="Aptos"/>
              </a:defRPr>
            </a:defPPr>
            <a:lvl1pPr>
              <a:defRPr sz="1800" b="1">
                <a:solidFill>
                  <a:srgbClr val="F27323"/>
                </a:solidFill>
                <a:latin typeface="Aptos"/>
                <a:ea typeface="Aptos"/>
                <a:cs typeface="Aptos"/>
              </a:defRPr>
            </a:lvl1pPr>
            <a:lvl2pPr>
              <a:defRPr sz="1800" b="1">
                <a:solidFill>
                  <a:srgbClr val="F27323"/>
                </a:solidFill>
                <a:latin typeface="Aptos"/>
                <a:ea typeface="Aptos"/>
                <a:cs typeface="Aptos"/>
              </a:defRPr>
            </a:lvl2pPr>
            <a:lvl3pPr>
              <a:defRPr sz="1800" b="1">
                <a:solidFill>
                  <a:srgbClr val="F27323"/>
                </a:solidFill>
                <a:latin typeface="Aptos"/>
                <a:ea typeface="Aptos"/>
                <a:cs typeface="Aptos"/>
              </a:defRPr>
            </a:lvl3pPr>
            <a:lvl4pPr>
              <a:defRPr sz="1800" b="1">
                <a:solidFill>
                  <a:srgbClr val="F27323"/>
                </a:solidFill>
                <a:latin typeface="Aptos"/>
                <a:ea typeface="Aptos"/>
                <a:cs typeface="Aptos"/>
              </a:defRPr>
            </a:lvl4pPr>
            <a:lvl5pPr>
              <a:defRPr sz="1800" b="1">
                <a:solidFill>
                  <a:srgbClr val="F27323"/>
                </a:solidFill>
                <a:latin typeface="Aptos"/>
                <a:ea typeface="Aptos"/>
                <a:cs typeface="Aptos"/>
              </a:defRPr>
            </a:lvl5pPr>
            <a:lvl6pPr>
              <a:defRPr sz="1800" b="1">
                <a:solidFill>
                  <a:srgbClr val="F27323"/>
                </a:solidFill>
                <a:latin typeface="Aptos"/>
                <a:ea typeface="Aptos"/>
                <a:cs typeface="Aptos"/>
              </a:defRPr>
            </a:lvl6pPr>
            <a:lvl7pPr>
              <a:defRPr sz="1800" b="1">
                <a:solidFill>
                  <a:srgbClr val="F27323"/>
                </a:solidFill>
                <a:latin typeface="Aptos"/>
                <a:ea typeface="Aptos"/>
                <a:cs typeface="Aptos"/>
              </a:defRPr>
            </a:lvl7pPr>
            <a:lvl8pPr>
              <a:defRPr sz="1800" b="1">
                <a:solidFill>
                  <a:srgbClr val="F27323"/>
                </a:solidFill>
                <a:latin typeface="Aptos"/>
                <a:ea typeface="Aptos"/>
                <a:cs typeface="Aptos"/>
              </a:defRPr>
            </a:lvl8pPr>
            <a:lvl9pPr>
              <a:defRPr sz="1800" b="1">
                <a:solidFill>
                  <a:srgbClr val="F27323"/>
                </a:solidFill>
                <a:latin typeface="Aptos"/>
                <a:ea typeface="Aptos"/>
                <a:cs typeface="Aptos"/>
              </a:defRPr>
            </a:lvl9pPr>
          </a:lstStyle>
          <a:p xmlns:a="http://schemas.openxmlformats.org/drawingml/2006/main">
            <a:pPr>
              <a:defRPr sz="1800" b="1">
                <a:solidFill>
                  <a:srgbClr val="F27323"/>
                </a:solidFill>
                <a:latin typeface="Aptos"/>
                <a:ea typeface="Aptos"/>
                <a:cs typeface="Aptos"/>
              </a:defRPr>
            </a:pPr>
            <a:r>
              <a:rPr sz="1800" b="1">
                <a:solidFill>
                  <a:srgbClr val="F27323"/>
                </a:solidFill>
                <a:latin typeface="Aptos"/>
                <a:ea typeface="Aptos"/>
                <a:cs typeface="Aptos"/>
              </a:rPr>
              <a:t>D</a:t>
            </a:r>
          </a:p>
        </p:txBody>
      </p:sp>
      <p:sp>
        <p:nvSpPr>
          <p:cNvPr id="40" name="">
            <a:extLst xmlns:a="http://schemas.openxmlformats.org/drawingml/2006/main">
              <a:ext uri="{FF2B5EF4-FFF2-40B4-BE49-F238E27FC236}">
                <a16:creationId xmlns:a16="http://schemas.microsoft.com/office/drawing/2014/main" id="{5A96D859-EF24-4F82-8F2A-3C4AB9258A94}"/>
              </a:ext>
            </a:extLst>
          </p:cNvPr>
          <p:cNvSpPr>
            <a:spLocks xmlns:a="http://schemas.openxmlformats.org/drawingml/2006/main" noGrp="1"/>
          </p:cNvSpPr>
          <p:nvPr/>
        </p:nvSpPr>
        <p:spPr>
          <a:xfrm xmlns:a="http://schemas.openxmlformats.org/drawingml/2006/main">
            <a:off x="936000" y="8989200"/>
            <a:ext cx="6120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0D69B3"/>
                </a:solidFill>
                <a:latin typeface="Aptos"/>
                <a:ea typeface="Aptos"/>
                <a:cs typeface="Aptos"/>
              </a:defRPr>
            </a:defPPr>
            <a:lvl1pPr>
              <a:defRPr sz="1600" b="1">
                <a:solidFill>
                  <a:srgbClr val="0D69B3"/>
                </a:solidFill>
                <a:latin typeface="Aptos"/>
                <a:ea typeface="Aptos"/>
                <a:cs typeface="Aptos"/>
              </a:defRPr>
            </a:lvl1pPr>
            <a:lvl2pPr>
              <a:defRPr sz="1600" b="1">
                <a:solidFill>
                  <a:srgbClr val="0D69B3"/>
                </a:solidFill>
                <a:latin typeface="Aptos"/>
                <a:ea typeface="Aptos"/>
                <a:cs typeface="Aptos"/>
              </a:defRPr>
            </a:lvl2pPr>
            <a:lvl3pPr>
              <a:defRPr sz="1600" b="1">
                <a:solidFill>
                  <a:srgbClr val="0D69B3"/>
                </a:solidFill>
                <a:latin typeface="Aptos"/>
                <a:ea typeface="Aptos"/>
                <a:cs typeface="Aptos"/>
              </a:defRPr>
            </a:lvl3pPr>
            <a:lvl4pPr>
              <a:defRPr sz="1600" b="1">
                <a:solidFill>
                  <a:srgbClr val="0D69B3"/>
                </a:solidFill>
                <a:latin typeface="Aptos"/>
                <a:ea typeface="Aptos"/>
                <a:cs typeface="Aptos"/>
              </a:defRPr>
            </a:lvl4pPr>
            <a:lvl5pPr>
              <a:defRPr sz="1600" b="1">
                <a:solidFill>
                  <a:srgbClr val="0D69B3"/>
                </a:solidFill>
                <a:latin typeface="Aptos"/>
                <a:ea typeface="Aptos"/>
                <a:cs typeface="Aptos"/>
              </a:defRPr>
            </a:lvl5pPr>
            <a:lvl6pPr>
              <a:defRPr sz="1600" b="1">
                <a:solidFill>
                  <a:srgbClr val="0D69B3"/>
                </a:solidFill>
                <a:latin typeface="Aptos"/>
                <a:ea typeface="Aptos"/>
                <a:cs typeface="Aptos"/>
              </a:defRPr>
            </a:lvl6pPr>
            <a:lvl7pPr>
              <a:defRPr sz="1600" b="1">
                <a:solidFill>
                  <a:srgbClr val="0D69B3"/>
                </a:solidFill>
                <a:latin typeface="Aptos"/>
                <a:ea typeface="Aptos"/>
                <a:cs typeface="Aptos"/>
              </a:defRPr>
            </a:lvl7pPr>
            <a:lvl8pPr>
              <a:defRPr sz="1600" b="1">
                <a:solidFill>
                  <a:srgbClr val="0D69B3"/>
                </a:solidFill>
                <a:latin typeface="Aptos"/>
                <a:ea typeface="Aptos"/>
                <a:cs typeface="Aptos"/>
              </a:defRPr>
            </a:lvl8pPr>
            <a:lvl9pPr>
              <a:defRPr sz="1600" b="1">
                <a:solidFill>
                  <a:srgbClr val="0D69B3"/>
                </a:solidFill>
                <a:latin typeface="Aptos"/>
                <a:ea typeface="Aptos"/>
                <a:cs typeface="Aptos"/>
              </a:defRPr>
            </a:lvl9pPr>
          </a:lstStyle>
          <a:p xmlns:a="http://schemas.openxmlformats.org/drawingml/2006/main">
            <a:pPr>
              <a:defRPr sz="1600" b="1">
                <a:solidFill>
                  <a:srgbClr val="0D69B3"/>
                </a:solidFill>
                <a:latin typeface="Aptos"/>
                <a:ea typeface="Aptos"/>
                <a:cs typeface="Aptos"/>
              </a:defRPr>
            </a:pPr>
            <a:r>
              <a:rPr sz="1600" b="1">
                <a:solidFill>
                  <a:srgbClr val="0D69B3"/>
                </a:solidFill>
                <a:latin typeface="Aptos"/>
                <a:ea typeface="Aptos"/>
                <a:cs typeface="Aptos"/>
              </a:rPr>
              <a:t>Data</a:t>
            </a:r>
          </a:p>
        </p:txBody>
      </p:sp>
      <p:sp>
        <p:nvSpPr>
          <p:cNvPr id="41" name="">
            <a:extLst xmlns:a="http://schemas.openxmlformats.org/drawingml/2006/main">
              <a:ext uri="{FF2B5EF4-FFF2-40B4-BE49-F238E27FC236}">
                <a16:creationId xmlns:a16="http://schemas.microsoft.com/office/drawing/2014/main" id="{49D34FB3-C42E-46C5-830D-EE35C5BAD47A}"/>
              </a:ext>
            </a:extLst>
          </p:cNvPr>
          <p:cNvSpPr>
            <a:spLocks xmlns:a="http://schemas.openxmlformats.org/drawingml/2006/main" noGrp="1"/>
          </p:cNvSpPr>
          <p:nvPr/>
        </p:nvSpPr>
        <p:spPr>
          <a:xfrm xmlns:a="http://schemas.openxmlformats.org/drawingml/2006/main">
            <a:off x="504000" y="9396000"/>
            <a:ext cx="6552000" cy="68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142C48"/>
                </a:solidFill>
                <a:latin typeface="Aptos"/>
                <a:ea typeface="Aptos"/>
                <a:cs typeface="Aptos"/>
              </a:defRPr>
            </a:defPPr>
            <a:lvl1pPr>
              <a:defRPr sz="1000" b="0">
                <a:solidFill>
                  <a:srgbClr val="142C48"/>
                </a:solidFill>
                <a:latin typeface="Aptos"/>
                <a:ea typeface="Aptos"/>
                <a:cs typeface="Aptos"/>
              </a:defRPr>
            </a:lvl1pPr>
            <a:lvl2pPr>
              <a:defRPr sz="1000" b="0">
                <a:solidFill>
                  <a:srgbClr val="142C48"/>
                </a:solidFill>
                <a:latin typeface="Aptos"/>
                <a:ea typeface="Aptos"/>
                <a:cs typeface="Aptos"/>
              </a:defRPr>
            </a:lvl2pPr>
            <a:lvl3pPr>
              <a:defRPr sz="1000" b="0">
                <a:solidFill>
                  <a:srgbClr val="142C48"/>
                </a:solidFill>
                <a:latin typeface="Aptos"/>
                <a:ea typeface="Aptos"/>
                <a:cs typeface="Aptos"/>
              </a:defRPr>
            </a:lvl3pPr>
            <a:lvl4pPr>
              <a:defRPr sz="1000" b="0">
                <a:solidFill>
                  <a:srgbClr val="142C48"/>
                </a:solidFill>
                <a:latin typeface="Aptos"/>
                <a:ea typeface="Aptos"/>
                <a:cs typeface="Aptos"/>
              </a:defRPr>
            </a:lvl4pPr>
            <a:lvl5pPr>
              <a:defRPr sz="1000" b="0">
                <a:solidFill>
                  <a:srgbClr val="142C48"/>
                </a:solidFill>
                <a:latin typeface="Aptos"/>
                <a:ea typeface="Aptos"/>
                <a:cs typeface="Aptos"/>
              </a:defRPr>
            </a:lvl5pPr>
            <a:lvl6pPr>
              <a:defRPr sz="1000" b="0">
                <a:solidFill>
                  <a:srgbClr val="142C48"/>
                </a:solidFill>
                <a:latin typeface="Aptos"/>
                <a:ea typeface="Aptos"/>
                <a:cs typeface="Aptos"/>
              </a:defRPr>
            </a:lvl6pPr>
            <a:lvl7pPr>
              <a:defRPr sz="1000" b="0">
                <a:solidFill>
                  <a:srgbClr val="142C48"/>
                </a:solidFill>
                <a:latin typeface="Aptos"/>
                <a:ea typeface="Aptos"/>
                <a:cs typeface="Aptos"/>
              </a:defRPr>
            </a:lvl7pPr>
            <a:lvl8pPr>
              <a:defRPr sz="1000" b="0">
                <a:solidFill>
                  <a:srgbClr val="142C48"/>
                </a:solidFill>
                <a:latin typeface="Aptos"/>
                <a:ea typeface="Aptos"/>
                <a:cs typeface="Aptos"/>
              </a:defRPr>
            </a:lvl8pPr>
            <a:lvl9pPr>
              <a:defRPr sz="1000" b="0">
                <a:solidFill>
                  <a:srgbClr val="142C48"/>
                </a:solidFill>
                <a:latin typeface="Aptos"/>
                <a:ea typeface="Aptos"/>
                <a:cs typeface="Aptos"/>
              </a:defRPr>
            </a:lvl9pPr>
          </a:lstStyle>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Public fictional data: 7,043 customers; 5,517 Internet-customer seeds.</a:t>
            </a:r>
          </a:p>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Synthetic histories: 127 as-of features for scoring and SHAP.</a:t>
            </a:r>
          </a:p>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Latest demo batch: 2,705 customers; 207 alerts. Outcome: Unknown.</a:t>
            </a:r>
          </a:p>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Snapshot: 10 Oct. Target: 11 Oct–10 Nov 2026, inclusive.</a:t>
            </a:r>
          </a:p>
        </p:txBody>
      </p:sp>
      <p:sp>
        <p:nvSpPr>
          <p:cNvPr id="42" name="">
            <a:extLst xmlns:a="http://schemas.openxmlformats.org/drawingml/2006/main">
              <a:ext uri="{FF2B5EF4-FFF2-40B4-BE49-F238E27FC236}">
                <a16:creationId xmlns:a16="http://schemas.microsoft.com/office/drawing/2014/main" id="{EA885CA2-660A-436F-A7BB-96BD63BC7A0C}"/>
              </a:ext>
            </a:extLst>
          </p:cNvPr>
          <p:cNvSpPr>
            <a:spLocks xmlns:a="http://schemas.openxmlformats.org/drawingml/2006/main" noGrp="1"/>
          </p:cNvSpPr>
          <p:nvPr/>
        </p:nvSpPr>
        <p:spPr>
          <a:xfrm xmlns:a="http://schemas.openxmlformats.org/drawingml/2006/main">
            <a:off x="504000" y="10116000"/>
            <a:ext cx="6552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00" b="0">
                <a:solidFill>
                  <a:srgbClr val="61738A"/>
                </a:solidFill>
                <a:latin typeface="Aptos"/>
                <a:ea typeface="Aptos"/>
                <a:cs typeface="Aptos"/>
              </a:defRPr>
            </a:defPPr>
            <a:lvl1pPr>
              <a:defRPr sz="800" b="0">
                <a:solidFill>
                  <a:srgbClr val="61738A"/>
                </a:solidFill>
                <a:latin typeface="Aptos"/>
                <a:ea typeface="Aptos"/>
                <a:cs typeface="Aptos"/>
              </a:defRPr>
            </a:lvl1pPr>
            <a:lvl2pPr>
              <a:defRPr sz="800" b="0">
                <a:solidFill>
                  <a:srgbClr val="61738A"/>
                </a:solidFill>
                <a:latin typeface="Aptos"/>
                <a:ea typeface="Aptos"/>
                <a:cs typeface="Aptos"/>
              </a:defRPr>
            </a:lvl2pPr>
            <a:lvl3pPr>
              <a:defRPr sz="800" b="0">
                <a:solidFill>
                  <a:srgbClr val="61738A"/>
                </a:solidFill>
                <a:latin typeface="Aptos"/>
                <a:ea typeface="Aptos"/>
                <a:cs typeface="Aptos"/>
              </a:defRPr>
            </a:lvl3pPr>
            <a:lvl4pPr>
              <a:defRPr sz="800" b="0">
                <a:solidFill>
                  <a:srgbClr val="61738A"/>
                </a:solidFill>
                <a:latin typeface="Aptos"/>
                <a:ea typeface="Aptos"/>
                <a:cs typeface="Aptos"/>
              </a:defRPr>
            </a:lvl4pPr>
            <a:lvl5pPr>
              <a:defRPr sz="800" b="0">
                <a:solidFill>
                  <a:srgbClr val="61738A"/>
                </a:solidFill>
                <a:latin typeface="Aptos"/>
                <a:ea typeface="Aptos"/>
                <a:cs typeface="Aptos"/>
              </a:defRPr>
            </a:lvl5pPr>
            <a:lvl6pPr>
              <a:defRPr sz="800" b="0">
                <a:solidFill>
                  <a:srgbClr val="61738A"/>
                </a:solidFill>
                <a:latin typeface="Aptos"/>
                <a:ea typeface="Aptos"/>
                <a:cs typeface="Aptos"/>
              </a:defRPr>
            </a:lvl6pPr>
            <a:lvl7pPr>
              <a:defRPr sz="800" b="0">
                <a:solidFill>
                  <a:srgbClr val="61738A"/>
                </a:solidFill>
                <a:latin typeface="Aptos"/>
                <a:ea typeface="Aptos"/>
                <a:cs typeface="Aptos"/>
              </a:defRPr>
            </a:lvl7pPr>
            <a:lvl8pPr>
              <a:defRPr sz="800" b="0">
                <a:solidFill>
                  <a:srgbClr val="61738A"/>
                </a:solidFill>
                <a:latin typeface="Aptos"/>
                <a:ea typeface="Aptos"/>
                <a:cs typeface="Aptos"/>
              </a:defRPr>
            </a:lvl8pPr>
            <a:lvl9pPr>
              <a:defRPr sz="800" b="0">
                <a:solidFill>
                  <a:srgbClr val="61738A"/>
                </a:solidFill>
                <a:latin typeface="Aptos"/>
                <a:ea typeface="Aptos"/>
                <a:cs typeface="Aptos"/>
              </a:defRPr>
            </a:lvl9pPr>
          </a:lstStyle>
          <a:p xmlns:a="http://schemas.openxmlformats.org/drawingml/2006/main">
            <a:pPr>
              <a:defRPr sz="800" b="0">
                <a:solidFill>
                  <a:srgbClr val="61738A"/>
                </a:solidFill>
                <a:latin typeface="Aptos"/>
                <a:ea typeface="Aptos"/>
                <a:cs typeface="Aptos"/>
              </a:defRPr>
            </a:pPr>
            <a:r>
              <a:rPr sz="800" b="0">
                <a:solidFill>
                  <a:srgbClr val="61738A"/>
                </a:solidFill>
                <a:latin typeface="Aptos"/>
                <a:ea typeface="Aptos"/>
                <a:cs typeface="Aptos"/>
              </a:rPr>
              <a:t>Source: group final deck, slides 3–9 and 13. Business context is internally supplied;</a:t>
            </a:r>
          </a:p>
          <a:p xmlns:a="http://schemas.openxmlformats.org/drawingml/2006/main">
            <a:pPr>
              <a:defRPr sz="800" b="0">
                <a:solidFill>
                  <a:srgbClr val="61738A"/>
                </a:solidFill>
                <a:latin typeface="Aptos"/>
                <a:ea typeface="Aptos"/>
                <a:cs typeface="Aptos"/>
              </a:defRPr>
            </a:pPr>
            <a:r>
              <a:rPr sz="800" b="0">
                <a:solidFill>
                  <a:srgbClr val="61738A"/>
                </a:solidFill>
                <a:latin typeface="Aptos"/>
                <a:ea typeface="Aptos"/>
                <a:cs typeface="Aptos"/>
              </a:rPr>
              <a:t>model/workflow data are synthetic. The 12-month rollout economics appear separately on page 4.</a:t>
            </a:r>
          </a:p>
        </p:txBody>
      </p:sp>
    </p:spTree>
    <p:extLst>
      <p:ext uri="{BB962C8B-B14F-4D97-AF65-F5344CB8AC3E}">
        <p14:creationId xmlns:p14="http://schemas.microsoft.com/office/powerpoint/2010/main" val="6221744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2DAFA08E-33DE-403A-B687-D5F40E8F62BD}"/>
              </a:ext>
            </a:extLst>
          </p:cNvPr>
          <p:cNvSpPr>
            <a:spLocks xmlns:a="http://schemas.openxmlformats.org/drawingml/2006/main" noGrp="1"/>
          </p:cNvSpPr>
          <p:nvPr/>
        </p:nvSpPr>
        <p:spPr>
          <a:xfrm xmlns:a="http://schemas.openxmlformats.org/drawingml/2006/main">
            <a:off x="504000" y="504000"/>
            <a:ext cx="5040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1">
                <a:solidFill>
                  <a:srgbClr val="0D69B3"/>
                </a:solidFill>
                <a:latin typeface="Aptos"/>
                <a:ea typeface="Aptos"/>
                <a:cs typeface="Aptos"/>
              </a:defRPr>
            </a:defPPr>
            <a:lvl1pPr>
              <a:defRPr sz="850" b="1">
                <a:solidFill>
                  <a:srgbClr val="0D69B3"/>
                </a:solidFill>
                <a:latin typeface="Aptos"/>
                <a:ea typeface="Aptos"/>
                <a:cs typeface="Aptos"/>
              </a:defRPr>
            </a:lvl1pPr>
            <a:lvl2pPr>
              <a:defRPr sz="850" b="1">
                <a:solidFill>
                  <a:srgbClr val="0D69B3"/>
                </a:solidFill>
                <a:latin typeface="Aptos"/>
                <a:ea typeface="Aptos"/>
                <a:cs typeface="Aptos"/>
              </a:defRPr>
            </a:lvl2pPr>
            <a:lvl3pPr>
              <a:defRPr sz="850" b="1">
                <a:solidFill>
                  <a:srgbClr val="0D69B3"/>
                </a:solidFill>
                <a:latin typeface="Aptos"/>
                <a:ea typeface="Aptos"/>
                <a:cs typeface="Aptos"/>
              </a:defRPr>
            </a:lvl3pPr>
            <a:lvl4pPr>
              <a:defRPr sz="850" b="1">
                <a:solidFill>
                  <a:srgbClr val="0D69B3"/>
                </a:solidFill>
                <a:latin typeface="Aptos"/>
                <a:ea typeface="Aptos"/>
                <a:cs typeface="Aptos"/>
              </a:defRPr>
            </a:lvl4pPr>
            <a:lvl5pPr>
              <a:defRPr sz="850" b="1">
                <a:solidFill>
                  <a:srgbClr val="0D69B3"/>
                </a:solidFill>
                <a:latin typeface="Aptos"/>
                <a:ea typeface="Aptos"/>
                <a:cs typeface="Aptos"/>
              </a:defRPr>
            </a:lvl5pPr>
            <a:lvl6pPr>
              <a:defRPr sz="850" b="1">
                <a:solidFill>
                  <a:srgbClr val="0D69B3"/>
                </a:solidFill>
                <a:latin typeface="Aptos"/>
                <a:ea typeface="Aptos"/>
                <a:cs typeface="Aptos"/>
              </a:defRPr>
            </a:lvl6pPr>
            <a:lvl7pPr>
              <a:defRPr sz="850" b="1">
                <a:solidFill>
                  <a:srgbClr val="0D69B3"/>
                </a:solidFill>
                <a:latin typeface="Aptos"/>
                <a:ea typeface="Aptos"/>
                <a:cs typeface="Aptos"/>
              </a:defRPr>
            </a:lvl7pPr>
            <a:lvl8pPr>
              <a:defRPr sz="850" b="1">
                <a:solidFill>
                  <a:srgbClr val="0D69B3"/>
                </a:solidFill>
                <a:latin typeface="Aptos"/>
                <a:ea typeface="Aptos"/>
                <a:cs typeface="Aptos"/>
              </a:defRPr>
            </a:lvl8pPr>
            <a:lvl9pPr>
              <a:defRPr sz="850" b="1">
                <a:solidFill>
                  <a:srgbClr val="0D69B3"/>
                </a:solidFill>
                <a:latin typeface="Aptos"/>
                <a:ea typeface="Aptos"/>
                <a:cs typeface="Aptos"/>
              </a:defRPr>
            </a:lvl9pPr>
          </a:lstStyle>
          <a:p xmlns:a="http://schemas.openxmlformats.org/drawingml/2006/main">
            <a:pPr>
              <a:defRPr sz="850" b="1">
                <a:solidFill>
                  <a:srgbClr val="0D69B3"/>
                </a:solidFill>
                <a:latin typeface="Aptos"/>
                <a:ea typeface="Aptos"/>
                <a:cs typeface="Aptos"/>
              </a:defRPr>
            </a:pPr>
            <a:r>
              <a:rPr sz="850" b="1">
                <a:solidFill>
                  <a:srgbClr val="0D69B3"/>
                </a:solidFill>
                <a:latin typeface="Aptos"/>
                <a:ea typeface="Aptos"/>
                <a:cs typeface="Aptos"/>
              </a:rPr>
              <a:t>EXECUTIVE SUMMARY</a:t>
            </a:r>
          </a:p>
        </p:txBody>
      </p:sp>
      <p:sp>
        <p:nvSpPr>
          <p:cNvPr id="2" name="">
            <a:extLst xmlns:a="http://schemas.openxmlformats.org/drawingml/2006/main">
              <a:ext uri="{FF2B5EF4-FFF2-40B4-BE49-F238E27FC236}">
                <a16:creationId xmlns:a16="http://schemas.microsoft.com/office/drawing/2014/main" id="{7A3FE28B-B812-47C8-A7F4-527C0B6FC699}"/>
              </a:ext>
            </a:extLst>
          </p:cNvPr>
          <p:cNvSpPr>
            <a:spLocks xmlns:a="http://schemas.openxmlformats.org/drawingml/2006/main" noGrp="1"/>
          </p:cNvSpPr>
          <p:nvPr/>
        </p:nvSpPr>
        <p:spPr>
          <a:xfrm xmlns:a="http://schemas.openxmlformats.org/drawingml/2006/main">
            <a:off x="6084000" y="504000"/>
            <a:ext cx="97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0">
                <a:solidFill>
                  <a:srgbClr val="61738A"/>
                </a:solidFill>
                <a:latin typeface="Aptos"/>
                <a:ea typeface="Aptos"/>
                <a:cs typeface="Aptos"/>
              </a:defRPr>
            </a:defPPr>
            <a:lvl1pPr>
              <a:defRPr sz="850" b="0">
                <a:solidFill>
                  <a:srgbClr val="61738A"/>
                </a:solidFill>
                <a:latin typeface="Aptos"/>
                <a:ea typeface="Aptos"/>
                <a:cs typeface="Aptos"/>
              </a:defRPr>
            </a:lvl1pPr>
            <a:lvl2pPr>
              <a:defRPr sz="850" b="0">
                <a:solidFill>
                  <a:srgbClr val="61738A"/>
                </a:solidFill>
                <a:latin typeface="Aptos"/>
                <a:ea typeface="Aptos"/>
                <a:cs typeface="Aptos"/>
              </a:defRPr>
            </a:lvl2pPr>
            <a:lvl3pPr>
              <a:defRPr sz="850" b="0">
                <a:solidFill>
                  <a:srgbClr val="61738A"/>
                </a:solidFill>
                <a:latin typeface="Aptos"/>
                <a:ea typeface="Aptos"/>
                <a:cs typeface="Aptos"/>
              </a:defRPr>
            </a:lvl3pPr>
            <a:lvl4pPr>
              <a:defRPr sz="850" b="0">
                <a:solidFill>
                  <a:srgbClr val="61738A"/>
                </a:solidFill>
                <a:latin typeface="Aptos"/>
                <a:ea typeface="Aptos"/>
                <a:cs typeface="Aptos"/>
              </a:defRPr>
            </a:lvl4pPr>
            <a:lvl5pPr>
              <a:defRPr sz="850" b="0">
                <a:solidFill>
                  <a:srgbClr val="61738A"/>
                </a:solidFill>
                <a:latin typeface="Aptos"/>
                <a:ea typeface="Aptos"/>
                <a:cs typeface="Aptos"/>
              </a:defRPr>
            </a:lvl5pPr>
            <a:lvl6pPr>
              <a:defRPr sz="850" b="0">
                <a:solidFill>
                  <a:srgbClr val="61738A"/>
                </a:solidFill>
                <a:latin typeface="Aptos"/>
                <a:ea typeface="Aptos"/>
                <a:cs typeface="Aptos"/>
              </a:defRPr>
            </a:lvl6pPr>
            <a:lvl7pPr>
              <a:defRPr sz="850" b="0">
                <a:solidFill>
                  <a:srgbClr val="61738A"/>
                </a:solidFill>
                <a:latin typeface="Aptos"/>
                <a:ea typeface="Aptos"/>
                <a:cs typeface="Aptos"/>
              </a:defRPr>
            </a:lvl7pPr>
            <a:lvl8pPr>
              <a:defRPr sz="850" b="0">
                <a:solidFill>
                  <a:srgbClr val="61738A"/>
                </a:solidFill>
                <a:latin typeface="Aptos"/>
                <a:ea typeface="Aptos"/>
                <a:cs typeface="Aptos"/>
              </a:defRPr>
            </a:lvl8pPr>
            <a:lvl9pPr>
              <a:defRPr sz="850" b="0">
                <a:solidFill>
                  <a:srgbClr val="61738A"/>
                </a:solidFill>
                <a:latin typeface="Aptos"/>
                <a:ea typeface="Aptos"/>
                <a:cs typeface="Aptos"/>
              </a:defRPr>
            </a:lvl9pPr>
          </a:lstStyle>
          <a:p xmlns:a="http://schemas.openxmlformats.org/drawingml/2006/main">
            <a:pPr>
              <a:defRPr sz="850" b="0">
                <a:solidFill>
                  <a:srgbClr val="61738A"/>
                </a:solidFill>
                <a:latin typeface="Aptos"/>
                <a:ea typeface="Aptos"/>
                <a:cs typeface="Aptos"/>
              </a:defRPr>
            </a:pPr>
            <a:r>
              <a:rPr sz="850" b="0">
                <a:solidFill>
                  <a:srgbClr val="61738A"/>
                </a:solidFill>
                <a:latin typeface="Aptos"/>
                <a:ea typeface="Aptos"/>
                <a:cs typeface="Aptos"/>
              </a:rPr>
              <a:t>MT   3/5</a:t>
            </a:r>
          </a:p>
        </p:txBody>
      </p:sp>
      <p:sp>
        <p:nvSpPr>
          <p:cNvPr id="3" name="">
            <a:extLst xmlns:a="http://schemas.openxmlformats.org/drawingml/2006/main">
              <a:ext uri="{FF2B5EF4-FFF2-40B4-BE49-F238E27FC236}">
                <a16:creationId xmlns:a16="http://schemas.microsoft.com/office/drawing/2014/main" id="{33195927-2D49-4437-8756-6E5864145464}"/>
              </a:ext>
            </a:extLst>
          </p:cNvPr>
          <p:cNvSpPr>
            <a:spLocks xmlns:a="http://schemas.openxmlformats.org/drawingml/2006/main" noGrp="1"/>
          </p:cNvSpPr>
          <p:nvPr/>
        </p:nvSpPr>
        <p:spPr>
          <a:xfrm xmlns:a="http://schemas.openxmlformats.org/drawingml/2006/main">
            <a:off x="504000" y="828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00" b="1">
                <a:solidFill>
                  <a:srgbClr val="142C48"/>
                </a:solidFill>
                <a:latin typeface="Aptos"/>
                <a:ea typeface="Aptos"/>
                <a:cs typeface="Aptos"/>
              </a:defRPr>
            </a:defPPr>
            <a:lvl1pPr>
              <a:defRPr sz="2300" b="1">
                <a:solidFill>
                  <a:srgbClr val="142C48"/>
                </a:solidFill>
                <a:latin typeface="Aptos"/>
                <a:ea typeface="Aptos"/>
                <a:cs typeface="Aptos"/>
              </a:defRPr>
            </a:lvl1pPr>
            <a:lvl2pPr>
              <a:defRPr sz="2300" b="1">
                <a:solidFill>
                  <a:srgbClr val="142C48"/>
                </a:solidFill>
                <a:latin typeface="Aptos"/>
                <a:ea typeface="Aptos"/>
                <a:cs typeface="Aptos"/>
              </a:defRPr>
            </a:lvl2pPr>
            <a:lvl3pPr>
              <a:defRPr sz="2300" b="1">
                <a:solidFill>
                  <a:srgbClr val="142C48"/>
                </a:solidFill>
                <a:latin typeface="Aptos"/>
                <a:ea typeface="Aptos"/>
                <a:cs typeface="Aptos"/>
              </a:defRPr>
            </a:lvl3pPr>
            <a:lvl4pPr>
              <a:defRPr sz="2300" b="1">
                <a:solidFill>
                  <a:srgbClr val="142C48"/>
                </a:solidFill>
                <a:latin typeface="Aptos"/>
                <a:ea typeface="Aptos"/>
                <a:cs typeface="Aptos"/>
              </a:defRPr>
            </a:lvl4pPr>
            <a:lvl5pPr>
              <a:defRPr sz="2300" b="1">
                <a:solidFill>
                  <a:srgbClr val="142C48"/>
                </a:solidFill>
                <a:latin typeface="Aptos"/>
                <a:ea typeface="Aptos"/>
                <a:cs typeface="Aptos"/>
              </a:defRPr>
            </a:lvl5pPr>
            <a:lvl6pPr>
              <a:defRPr sz="2300" b="1">
                <a:solidFill>
                  <a:srgbClr val="142C48"/>
                </a:solidFill>
                <a:latin typeface="Aptos"/>
                <a:ea typeface="Aptos"/>
                <a:cs typeface="Aptos"/>
              </a:defRPr>
            </a:lvl6pPr>
            <a:lvl7pPr>
              <a:defRPr sz="2300" b="1">
                <a:solidFill>
                  <a:srgbClr val="142C48"/>
                </a:solidFill>
                <a:latin typeface="Aptos"/>
                <a:ea typeface="Aptos"/>
                <a:cs typeface="Aptos"/>
              </a:defRPr>
            </a:lvl7pPr>
            <a:lvl8pPr>
              <a:defRPr sz="2300" b="1">
                <a:solidFill>
                  <a:srgbClr val="142C48"/>
                </a:solidFill>
                <a:latin typeface="Aptos"/>
                <a:ea typeface="Aptos"/>
                <a:cs typeface="Aptos"/>
              </a:defRPr>
            </a:lvl8pPr>
            <a:lvl9pPr>
              <a:defRPr sz="2300" b="1">
                <a:solidFill>
                  <a:srgbClr val="142C48"/>
                </a:solidFill>
                <a:latin typeface="Aptos"/>
                <a:ea typeface="Aptos"/>
                <a:cs typeface="Aptos"/>
              </a:defRPr>
            </a:lvl9pPr>
          </a:lstStyle>
          <a:p xmlns:a="http://schemas.openxmlformats.org/drawingml/2006/main">
            <a:pPr>
              <a:defRPr sz="2300" b="1">
                <a:solidFill>
                  <a:srgbClr val="142C48"/>
                </a:solidFill>
                <a:latin typeface="Aptos"/>
                <a:ea typeface="Aptos"/>
                <a:cs typeface="Aptos"/>
              </a:defRPr>
            </a:pPr>
            <a:r>
              <a:rPr sz="2300" b="1">
                <a:solidFill>
                  <a:srgbClr val="142C48"/>
                </a:solidFill>
                <a:latin typeface="Aptos"/>
                <a:ea typeface="Aptos"/>
                <a:cs typeface="Aptos"/>
              </a:rPr>
              <a:t>The Method and the Tools</a:t>
            </a:r>
          </a:p>
        </p:txBody>
      </p:sp>
      <p:sp>
        <p:nvSpPr>
          <p:cNvPr id="4" name="">
            <a:extLst xmlns:a="http://schemas.openxmlformats.org/drawingml/2006/main">
              <a:ext uri="{FF2B5EF4-FFF2-40B4-BE49-F238E27FC236}">
                <a16:creationId xmlns:a16="http://schemas.microsoft.com/office/drawing/2014/main" id="{7ED94144-1B6F-46A3-A160-ADFB386D9094}"/>
              </a:ext>
            </a:extLst>
          </p:cNvPr>
          <p:cNvSpPr>
            <a:spLocks xmlns:a="http://schemas.openxmlformats.org/drawingml/2006/main" noGrp="1"/>
          </p:cNvSpPr>
          <p:nvPr/>
        </p:nvSpPr>
        <p:spPr>
          <a:xfrm xmlns:a="http://schemas.openxmlformats.org/drawingml/2006/main">
            <a:off x="504000" y="1332000"/>
            <a:ext cx="540000" cy="9000"/>
          </a:xfrm>
          <a:prstGeom xmlns:a="http://schemas.openxmlformats.org/drawingml/2006/main" prst="rect">
            <a:avLst/>
          </a:prstGeom>
          <a:solidFill xmlns:a="http://schemas.openxmlformats.org/drawingml/2006/main">
            <a:srgbClr val="F2732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8E4CBB-0E00-43C2-88B9-12A83DA6D8DD}"/>
              </a:ext>
            </a:extLst>
          </p:cNvPr>
          <p:cNvSpPr>
            <a:spLocks xmlns:a="http://schemas.openxmlformats.org/drawingml/2006/main" noGrp="1"/>
          </p:cNvSpPr>
          <p:nvPr/>
        </p:nvSpPr>
        <p:spPr>
          <a:xfrm xmlns:a="http://schemas.openxmlformats.org/drawingml/2006/main">
            <a:off x="504000" y="1548000"/>
            <a:ext cx="324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F27323"/>
                </a:solidFill>
                <a:latin typeface="Aptos"/>
                <a:ea typeface="Aptos"/>
                <a:cs typeface="Aptos"/>
              </a:defRPr>
            </a:defPPr>
            <a:lvl1pPr>
              <a:defRPr sz="1800" b="1">
                <a:solidFill>
                  <a:srgbClr val="F27323"/>
                </a:solidFill>
                <a:latin typeface="Aptos"/>
                <a:ea typeface="Aptos"/>
                <a:cs typeface="Aptos"/>
              </a:defRPr>
            </a:lvl1pPr>
            <a:lvl2pPr>
              <a:defRPr sz="1800" b="1">
                <a:solidFill>
                  <a:srgbClr val="F27323"/>
                </a:solidFill>
                <a:latin typeface="Aptos"/>
                <a:ea typeface="Aptos"/>
                <a:cs typeface="Aptos"/>
              </a:defRPr>
            </a:lvl2pPr>
            <a:lvl3pPr>
              <a:defRPr sz="1800" b="1">
                <a:solidFill>
                  <a:srgbClr val="F27323"/>
                </a:solidFill>
                <a:latin typeface="Aptos"/>
                <a:ea typeface="Aptos"/>
                <a:cs typeface="Aptos"/>
              </a:defRPr>
            </a:lvl3pPr>
            <a:lvl4pPr>
              <a:defRPr sz="1800" b="1">
                <a:solidFill>
                  <a:srgbClr val="F27323"/>
                </a:solidFill>
                <a:latin typeface="Aptos"/>
                <a:ea typeface="Aptos"/>
                <a:cs typeface="Aptos"/>
              </a:defRPr>
            </a:lvl4pPr>
            <a:lvl5pPr>
              <a:defRPr sz="1800" b="1">
                <a:solidFill>
                  <a:srgbClr val="F27323"/>
                </a:solidFill>
                <a:latin typeface="Aptos"/>
                <a:ea typeface="Aptos"/>
                <a:cs typeface="Aptos"/>
              </a:defRPr>
            </a:lvl5pPr>
            <a:lvl6pPr>
              <a:defRPr sz="1800" b="1">
                <a:solidFill>
                  <a:srgbClr val="F27323"/>
                </a:solidFill>
                <a:latin typeface="Aptos"/>
                <a:ea typeface="Aptos"/>
                <a:cs typeface="Aptos"/>
              </a:defRPr>
            </a:lvl6pPr>
            <a:lvl7pPr>
              <a:defRPr sz="1800" b="1">
                <a:solidFill>
                  <a:srgbClr val="F27323"/>
                </a:solidFill>
                <a:latin typeface="Aptos"/>
                <a:ea typeface="Aptos"/>
                <a:cs typeface="Aptos"/>
              </a:defRPr>
            </a:lvl7pPr>
            <a:lvl8pPr>
              <a:defRPr sz="1800" b="1">
                <a:solidFill>
                  <a:srgbClr val="F27323"/>
                </a:solidFill>
                <a:latin typeface="Aptos"/>
                <a:ea typeface="Aptos"/>
                <a:cs typeface="Aptos"/>
              </a:defRPr>
            </a:lvl8pPr>
            <a:lvl9pPr>
              <a:defRPr sz="1800" b="1">
                <a:solidFill>
                  <a:srgbClr val="F27323"/>
                </a:solidFill>
                <a:latin typeface="Aptos"/>
                <a:ea typeface="Aptos"/>
                <a:cs typeface="Aptos"/>
              </a:defRPr>
            </a:lvl9pPr>
          </a:lstStyle>
          <a:p xmlns:a="http://schemas.openxmlformats.org/drawingml/2006/main">
            <a:pPr>
              <a:defRPr sz="1800" b="1">
                <a:solidFill>
                  <a:srgbClr val="F27323"/>
                </a:solidFill>
                <a:latin typeface="Aptos"/>
                <a:ea typeface="Aptos"/>
                <a:cs typeface="Aptos"/>
              </a:defRPr>
            </a:pPr>
            <a:r>
              <a:rPr sz="1800" b="1">
                <a:solidFill>
                  <a:srgbClr val="F27323"/>
                </a:solidFill>
                <a:latin typeface="Aptos"/>
                <a:ea typeface="Aptos"/>
                <a:cs typeface="Aptos"/>
              </a:rPr>
              <a:t>M</a:t>
            </a:r>
          </a:p>
        </p:txBody>
      </p:sp>
      <p:sp>
        <p:nvSpPr>
          <p:cNvPr id="6" name="">
            <a:extLst xmlns:a="http://schemas.openxmlformats.org/drawingml/2006/main">
              <a:ext uri="{FF2B5EF4-FFF2-40B4-BE49-F238E27FC236}">
                <a16:creationId xmlns:a16="http://schemas.microsoft.com/office/drawing/2014/main" id="{50A9E172-0CCF-46F5-9500-297746D3113E}"/>
              </a:ext>
            </a:extLst>
          </p:cNvPr>
          <p:cNvSpPr>
            <a:spLocks xmlns:a="http://schemas.openxmlformats.org/drawingml/2006/main" noGrp="1"/>
          </p:cNvSpPr>
          <p:nvPr/>
        </p:nvSpPr>
        <p:spPr>
          <a:xfrm xmlns:a="http://schemas.openxmlformats.org/drawingml/2006/main">
            <a:off x="936000" y="1573200"/>
            <a:ext cx="6120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0D69B3"/>
                </a:solidFill>
                <a:latin typeface="Aptos"/>
                <a:ea typeface="Aptos"/>
                <a:cs typeface="Aptos"/>
              </a:defRPr>
            </a:defPPr>
            <a:lvl1pPr>
              <a:defRPr sz="1600" b="1">
                <a:solidFill>
                  <a:srgbClr val="0D69B3"/>
                </a:solidFill>
                <a:latin typeface="Aptos"/>
                <a:ea typeface="Aptos"/>
                <a:cs typeface="Aptos"/>
              </a:defRPr>
            </a:lvl1pPr>
            <a:lvl2pPr>
              <a:defRPr sz="1600" b="1">
                <a:solidFill>
                  <a:srgbClr val="0D69B3"/>
                </a:solidFill>
                <a:latin typeface="Aptos"/>
                <a:ea typeface="Aptos"/>
                <a:cs typeface="Aptos"/>
              </a:defRPr>
            </a:lvl2pPr>
            <a:lvl3pPr>
              <a:defRPr sz="1600" b="1">
                <a:solidFill>
                  <a:srgbClr val="0D69B3"/>
                </a:solidFill>
                <a:latin typeface="Aptos"/>
                <a:ea typeface="Aptos"/>
                <a:cs typeface="Aptos"/>
              </a:defRPr>
            </a:lvl3pPr>
            <a:lvl4pPr>
              <a:defRPr sz="1600" b="1">
                <a:solidFill>
                  <a:srgbClr val="0D69B3"/>
                </a:solidFill>
                <a:latin typeface="Aptos"/>
                <a:ea typeface="Aptos"/>
                <a:cs typeface="Aptos"/>
              </a:defRPr>
            </a:lvl4pPr>
            <a:lvl5pPr>
              <a:defRPr sz="1600" b="1">
                <a:solidFill>
                  <a:srgbClr val="0D69B3"/>
                </a:solidFill>
                <a:latin typeface="Aptos"/>
                <a:ea typeface="Aptos"/>
                <a:cs typeface="Aptos"/>
              </a:defRPr>
            </a:lvl5pPr>
            <a:lvl6pPr>
              <a:defRPr sz="1600" b="1">
                <a:solidFill>
                  <a:srgbClr val="0D69B3"/>
                </a:solidFill>
                <a:latin typeface="Aptos"/>
                <a:ea typeface="Aptos"/>
                <a:cs typeface="Aptos"/>
              </a:defRPr>
            </a:lvl6pPr>
            <a:lvl7pPr>
              <a:defRPr sz="1600" b="1">
                <a:solidFill>
                  <a:srgbClr val="0D69B3"/>
                </a:solidFill>
                <a:latin typeface="Aptos"/>
                <a:ea typeface="Aptos"/>
                <a:cs typeface="Aptos"/>
              </a:defRPr>
            </a:lvl7pPr>
            <a:lvl8pPr>
              <a:defRPr sz="1600" b="1">
                <a:solidFill>
                  <a:srgbClr val="0D69B3"/>
                </a:solidFill>
                <a:latin typeface="Aptos"/>
                <a:ea typeface="Aptos"/>
                <a:cs typeface="Aptos"/>
              </a:defRPr>
            </a:lvl8pPr>
            <a:lvl9pPr>
              <a:defRPr sz="1600" b="1">
                <a:solidFill>
                  <a:srgbClr val="0D69B3"/>
                </a:solidFill>
                <a:latin typeface="Aptos"/>
                <a:ea typeface="Aptos"/>
                <a:cs typeface="Aptos"/>
              </a:defRPr>
            </a:lvl9pPr>
          </a:lstStyle>
          <a:p xmlns:a="http://schemas.openxmlformats.org/drawingml/2006/main">
            <a:pPr>
              <a:defRPr sz="1600" b="1">
                <a:solidFill>
                  <a:srgbClr val="0D69B3"/>
                </a:solidFill>
                <a:latin typeface="Aptos"/>
                <a:ea typeface="Aptos"/>
                <a:cs typeface="Aptos"/>
              </a:defRPr>
            </a:pPr>
            <a:r>
              <a:rPr sz="1600" b="1">
                <a:solidFill>
                  <a:srgbClr val="0D69B3"/>
                </a:solidFill>
                <a:latin typeface="Aptos"/>
                <a:ea typeface="Aptos"/>
                <a:cs typeface="Aptos"/>
              </a:rPr>
              <a:t>Method</a:t>
            </a:r>
          </a:p>
        </p:txBody>
      </p:sp>
      <p:sp>
        <p:nvSpPr>
          <p:cNvPr id="7" name="">
            <a:extLst xmlns:a="http://schemas.openxmlformats.org/drawingml/2006/main">
              <a:ext uri="{FF2B5EF4-FFF2-40B4-BE49-F238E27FC236}">
                <a16:creationId xmlns:a16="http://schemas.microsoft.com/office/drawing/2014/main" id="{2A52E50C-3F5C-4D60-9F98-427D02224926}"/>
              </a:ext>
            </a:extLst>
          </p:cNvPr>
          <p:cNvSpPr>
            <a:spLocks xmlns:a="http://schemas.openxmlformats.org/drawingml/2006/main" noGrp="1"/>
          </p:cNvSpPr>
          <p:nvPr/>
        </p:nvSpPr>
        <p:spPr>
          <a:xfrm xmlns:a="http://schemas.openxmlformats.org/drawingml/2006/main">
            <a:off x="504000" y="1980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50" b="1">
                <a:solidFill>
                  <a:srgbClr val="0D69B3"/>
                </a:solidFill>
                <a:latin typeface="Aptos"/>
                <a:ea typeface="Aptos"/>
                <a:cs typeface="Aptos"/>
              </a:defRPr>
            </a:defPPr>
            <a:lvl1pPr>
              <a:defRPr sz="1150" b="1">
                <a:solidFill>
                  <a:srgbClr val="0D69B3"/>
                </a:solidFill>
                <a:latin typeface="Aptos"/>
                <a:ea typeface="Aptos"/>
                <a:cs typeface="Aptos"/>
              </a:defRPr>
            </a:lvl1pPr>
            <a:lvl2pPr>
              <a:defRPr sz="1150" b="1">
                <a:solidFill>
                  <a:srgbClr val="0D69B3"/>
                </a:solidFill>
                <a:latin typeface="Aptos"/>
                <a:ea typeface="Aptos"/>
                <a:cs typeface="Aptos"/>
              </a:defRPr>
            </a:lvl2pPr>
            <a:lvl3pPr>
              <a:defRPr sz="1150" b="1">
                <a:solidFill>
                  <a:srgbClr val="0D69B3"/>
                </a:solidFill>
                <a:latin typeface="Aptos"/>
                <a:ea typeface="Aptos"/>
                <a:cs typeface="Aptos"/>
              </a:defRPr>
            </a:lvl3pPr>
            <a:lvl4pPr>
              <a:defRPr sz="1150" b="1">
                <a:solidFill>
                  <a:srgbClr val="0D69B3"/>
                </a:solidFill>
                <a:latin typeface="Aptos"/>
                <a:ea typeface="Aptos"/>
                <a:cs typeface="Aptos"/>
              </a:defRPr>
            </a:lvl4pPr>
            <a:lvl5pPr>
              <a:defRPr sz="1150" b="1">
                <a:solidFill>
                  <a:srgbClr val="0D69B3"/>
                </a:solidFill>
                <a:latin typeface="Aptos"/>
                <a:ea typeface="Aptos"/>
                <a:cs typeface="Aptos"/>
              </a:defRPr>
            </a:lvl5pPr>
            <a:lvl6pPr>
              <a:defRPr sz="1150" b="1">
                <a:solidFill>
                  <a:srgbClr val="0D69B3"/>
                </a:solidFill>
                <a:latin typeface="Aptos"/>
                <a:ea typeface="Aptos"/>
                <a:cs typeface="Aptos"/>
              </a:defRPr>
            </a:lvl6pPr>
            <a:lvl7pPr>
              <a:defRPr sz="1150" b="1">
                <a:solidFill>
                  <a:srgbClr val="0D69B3"/>
                </a:solidFill>
                <a:latin typeface="Aptos"/>
                <a:ea typeface="Aptos"/>
                <a:cs typeface="Aptos"/>
              </a:defRPr>
            </a:lvl7pPr>
            <a:lvl8pPr>
              <a:defRPr sz="1150" b="1">
                <a:solidFill>
                  <a:srgbClr val="0D69B3"/>
                </a:solidFill>
                <a:latin typeface="Aptos"/>
                <a:ea typeface="Aptos"/>
                <a:cs typeface="Aptos"/>
              </a:defRPr>
            </a:lvl8pPr>
            <a:lvl9pPr>
              <a:defRPr sz="1150" b="1">
                <a:solidFill>
                  <a:srgbClr val="0D69B3"/>
                </a:solidFill>
                <a:latin typeface="Aptos"/>
                <a:ea typeface="Aptos"/>
                <a:cs typeface="Aptos"/>
              </a:defRPr>
            </a:lvl9pPr>
          </a:lstStyle>
          <a:p xmlns:a="http://schemas.openxmlformats.org/drawingml/2006/main">
            <a:pPr>
              <a:defRPr sz="1150" b="1">
                <a:solidFill>
                  <a:srgbClr val="0D69B3"/>
                </a:solidFill>
                <a:latin typeface="Aptos"/>
                <a:ea typeface="Aptos"/>
                <a:cs typeface="Aptos"/>
              </a:defRPr>
            </a:pPr>
            <a:r>
              <a:rPr sz="1150" b="1">
                <a:solidFill>
                  <a:srgbClr val="0D69B3"/>
                </a:solidFill>
                <a:latin typeface="Aptos"/>
                <a:ea typeface="Aptos"/>
                <a:cs typeface="Aptos"/>
              </a:rPr>
              <a:t>Research-informed design</a:t>
            </a:r>
          </a:p>
        </p:txBody>
      </p:sp>
      <p:sp>
        <p:nvSpPr>
          <p:cNvPr id="8" name="">
            <a:extLst xmlns:a="http://schemas.openxmlformats.org/drawingml/2006/main">
              <a:ext uri="{FF2B5EF4-FFF2-40B4-BE49-F238E27FC236}">
                <a16:creationId xmlns:a16="http://schemas.microsoft.com/office/drawing/2014/main" id="{362F03E0-21CD-4947-A945-2DC6183EB79F}"/>
              </a:ext>
            </a:extLst>
          </p:cNvPr>
          <p:cNvSpPr>
            <a:spLocks xmlns:a="http://schemas.openxmlformats.org/drawingml/2006/main" noGrp="1"/>
          </p:cNvSpPr>
          <p:nvPr/>
        </p:nvSpPr>
        <p:spPr>
          <a:xfrm xmlns:a="http://schemas.openxmlformats.org/drawingml/2006/main">
            <a:off x="504000" y="2304000"/>
            <a:ext cx="65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Explain risk, consider economic value, distinguish intervention response</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from churn risk, and use AI to assist human judgment. [1–3]</a:t>
            </a:r>
          </a:p>
        </p:txBody>
      </p:sp>
      <p:sp>
        <p:nvSpPr>
          <p:cNvPr id="9" name="">
            <a:extLst xmlns:a="http://schemas.openxmlformats.org/drawingml/2006/main">
              <a:ext uri="{FF2B5EF4-FFF2-40B4-BE49-F238E27FC236}">
                <a16:creationId xmlns:a16="http://schemas.microsoft.com/office/drawing/2014/main" id="{CA9B5EA9-DCF6-4285-896C-14AB64D1790D}"/>
              </a:ext>
            </a:extLst>
          </p:cNvPr>
          <p:cNvSpPr>
            <a:spLocks xmlns:a="http://schemas.openxmlformats.org/drawingml/2006/main" noGrp="1"/>
          </p:cNvSpPr>
          <p:nvPr/>
        </p:nvSpPr>
        <p:spPr>
          <a:xfrm xmlns:a="http://schemas.openxmlformats.org/drawingml/2006/main">
            <a:off x="504000" y="3060000"/>
            <a:ext cx="3240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LightGBM tuned</a:t>
            </a:r>
          </a:p>
        </p:txBody>
      </p:sp>
      <p:sp>
        <p:nvSpPr>
          <p:cNvPr id="10" name="">
            <a:extLst xmlns:a="http://schemas.openxmlformats.org/drawingml/2006/main">
              <a:ext uri="{FF2B5EF4-FFF2-40B4-BE49-F238E27FC236}">
                <a16:creationId xmlns:a16="http://schemas.microsoft.com/office/drawing/2014/main" id="{818B8535-7B5D-4DB2-9611-41EF886672F9}"/>
              </a:ext>
            </a:extLst>
          </p:cNvPr>
          <p:cNvSpPr>
            <a:spLocks xmlns:a="http://schemas.openxmlformats.org/drawingml/2006/main" noGrp="1"/>
          </p:cNvSpPr>
          <p:nvPr/>
        </p:nvSpPr>
        <p:spPr>
          <a:xfrm xmlns:a="http://schemas.openxmlformats.org/drawingml/2006/main">
            <a:off x="3708000" y="3060000"/>
            <a:ext cx="334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127 features · 30 Optuna trials/family</a:t>
            </a:r>
          </a:p>
        </p:txBody>
      </p:sp>
      <p:sp>
        <p:nvSpPr>
          <p:cNvPr id="11" name="">
            <a:extLst xmlns:a="http://schemas.openxmlformats.org/drawingml/2006/main">
              <a:ext uri="{FF2B5EF4-FFF2-40B4-BE49-F238E27FC236}">
                <a16:creationId xmlns:a16="http://schemas.microsoft.com/office/drawing/2014/main" id="{0AF8185C-50E8-4AD0-9389-67152A99CAF4}"/>
              </a:ext>
            </a:extLst>
          </p:cNvPr>
          <p:cNvSpPr>
            <a:spLocks xmlns:a="http://schemas.openxmlformats.org/drawingml/2006/main" noGrp="1"/>
          </p:cNvSpPr>
          <p:nvPr/>
        </p:nvSpPr>
        <p:spPr>
          <a:xfrm xmlns:a="http://schemas.openxmlformats.org/drawingml/2006/main">
            <a:off x="504000" y="3492000"/>
            <a:ext cx="3096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00" b="1">
                <a:solidFill>
                  <a:srgbClr val="142C48"/>
                </a:solidFill>
                <a:latin typeface="Aptos"/>
                <a:ea typeface="Aptos"/>
                <a:cs typeface="Aptos"/>
              </a:defRPr>
            </a:defPPr>
            <a:lvl1pPr>
              <a:defRPr sz="2300" b="1">
                <a:solidFill>
                  <a:srgbClr val="142C48"/>
                </a:solidFill>
                <a:latin typeface="Aptos"/>
                <a:ea typeface="Aptos"/>
                <a:cs typeface="Aptos"/>
              </a:defRPr>
            </a:lvl1pPr>
            <a:lvl2pPr>
              <a:defRPr sz="2300" b="1">
                <a:solidFill>
                  <a:srgbClr val="142C48"/>
                </a:solidFill>
                <a:latin typeface="Aptos"/>
                <a:ea typeface="Aptos"/>
                <a:cs typeface="Aptos"/>
              </a:defRPr>
            </a:lvl2pPr>
            <a:lvl3pPr>
              <a:defRPr sz="2300" b="1">
                <a:solidFill>
                  <a:srgbClr val="142C48"/>
                </a:solidFill>
                <a:latin typeface="Aptos"/>
                <a:ea typeface="Aptos"/>
                <a:cs typeface="Aptos"/>
              </a:defRPr>
            </a:lvl3pPr>
            <a:lvl4pPr>
              <a:defRPr sz="2300" b="1">
                <a:solidFill>
                  <a:srgbClr val="142C48"/>
                </a:solidFill>
                <a:latin typeface="Aptos"/>
                <a:ea typeface="Aptos"/>
                <a:cs typeface="Aptos"/>
              </a:defRPr>
            </a:lvl4pPr>
            <a:lvl5pPr>
              <a:defRPr sz="2300" b="1">
                <a:solidFill>
                  <a:srgbClr val="142C48"/>
                </a:solidFill>
                <a:latin typeface="Aptos"/>
                <a:ea typeface="Aptos"/>
                <a:cs typeface="Aptos"/>
              </a:defRPr>
            </a:lvl5pPr>
            <a:lvl6pPr>
              <a:defRPr sz="2300" b="1">
                <a:solidFill>
                  <a:srgbClr val="142C48"/>
                </a:solidFill>
                <a:latin typeface="Aptos"/>
                <a:ea typeface="Aptos"/>
                <a:cs typeface="Aptos"/>
              </a:defRPr>
            </a:lvl6pPr>
            <a:lvl7pPr>
              <a:defRPr sz="2300" b="1">
                <a:solidFill>
                  <a:srgbClr val="142C48"/>
                </a:solidFill>
                <a:latin typeface="Aptos"/>
                <a:ea typeface="Aptos"/>
                <a:cs typeface="Aptos"/>
              </a:defRPr>
            </a:lvl7pPr>
            <a:lvl8pPr>
              <a:defRPr sz="2300" b="1">
                <a:solidFill>
                  <a:srgbClr val="142C48"/>
                </a:solidFill>
                <a:latin typeface="Aptos"/>
                <a:ea typeface="Aptos"/>
                <a:cs typeface="Aptos"/>
              </a:defRPr>
            </a:lvl8pPr>
            <a:lvl9pPr>
              <a:defRPr sz="2300" b="1">
                <a:solidFill>
                  <a:srgbClr val="142C48"/>
                </a:solidFill>
                <a:latin typeface="Aptos"/>
                <a:ea typeface="Aptos"/>
                <a:cs typeface="Aptos"/>
              </a:defRPr>
            </a:lvl9pPr>
          </a:lstStyle>
          <a:p xmlns:a="http://schemas.openxmlformats.org/drawingml/2006/main">
            <a:pPr>
              <a:defRPr sz="2300" b="1">
                <a:solidFill>
                  <a:srgbClr val="142C48"/>
                </a:solidFill>
                <a:latin typeface="Aptos"/>
                <a:ea typeface="Aptos"/>
                <a:cs typeface="Aptos"/>
              </a:defRPr>
            </a:pPr>
            <a:r>
              <a:rPr sz="2300" b="1">
                <a:solidFill>
                  <a:srgbClr val="142C48"/>
                </a:solidFill>
                <a:latin typeface="Aptos"/>
                <a:ea typeface="Aptos"/>
                <a:cs typeface="Aptos"/>
              </a:rPr>
              <a:t>0.9483</a:t>
            </a:r>
          </a:p>
        </p:txBody>
      </p:sp>
      <p:sp>
        <p:nvSpPr>
          <p:cNvPr id="12" name="">
            <a:extLst xmlns:a="http://schemas.openxmlformats.org/drawingml/2006/main">
              <a:ext uri="{FF2B5EF4-FFF2-40B4-BE49-F238E27FC236}">
                <a16:creationId xmlns:a16="http://schemas.microsoft.com/office/drawing/2014/main" id="{E2D34A26-490D-422A-8F9C-4FAFD0C63F0C}"/>
              </a:ext>
            </a:extLst>
          </p:cNvPr>
          <p:cNvSpPr>
            <a:spLocks xmlns:a="http://schemas.openxmlformats.org/drawingml/2006/main" noGrp="1"/>
          </p:cNvSpPr>
          <p:nvPr/>
        </p:nvSpPr>
        <p:spPr>
          <a:xfrm xmlns:a="http://schemas.openxmlformats.org/drawingml/2006/main">
            <a:off x="3924000" y="3492000"/>
            <a:ext cx="313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00" b="1">
                <a:solidFill>
                  <a:srgbClr val="142C48"/>
                </a:solidFill>
                <a:latin typeface="Aptos"/>
                <a:ea typeface="Aptos"/>
                <a:cs typeface="Aptos"/>
              </a:defRPr>
            </a:defPPr>
            <a:lvl1pPr>
              <a:defRPr sz="2300" b="1">
                <a:solidFill>
                  <a:srgbClr val="142C48"/>
                </a:solidFill>
                <a:latin typeface="Aptos"/>
                <a:ea typeface="Aptos"/>
                <a:cs typeface="Aptos"/>
              </a:defRPr>
            </a:lvl1pPr>
            <a:lvl2pPr>
              <a:defRPr sz="2300" b="1">
                <a:solidFill>
                  <a:srgbClr val="142C48"/>
                </a:solidFill>
                <a:latin typeface="Aptos"/>
                <a:ea typeface="Aptos"/>
                <a:cs typeface="Aptos"/>
              </a:defRPr>
            </a:lvl2pPr>
            <a:lvl3pPr>
              <a:defRPr sz="2300" b="1">
                <a:solidFill>
                  <a:srgbClr val="142C48"/>
                </a:solidFill>
                <a:latin typeface="Aptos"/>
                <a:ea typeface="Aptos"/>
                <a:cs typeface="Aptos"/>
              </a:defRPr>
            </a:lvl3pPr>
            <a:lvl4pPr>
              <a:defRPr sz="2300" b="1">
                <a:solidFill>
                  <a:srgbClr val="142C48"/>
                </a:solidFill>
                <a:latin typeface="Aptos"/>
                <a:ea typeface="Aptos"/>
                <a:cs typeface="Aptos"/>
              </a:defRPr>
            </a:lvl4pPr>
            <a:lvl5pPr>
              <a:defRPr sz="2300" b="1">
                <a:solidFill>
                  <a:srgbClr val="142C48"/>
                </a:solidFill>
                <a:latin typeface="Aptos"/>
                <a:ea typeface="Aptos"/>
                <a:cs typeface="Aptos"/>
              </a:defRPr>
            </a:lvl5pPr>
            <a:lvl6pPr>
              <a:defRPr sz="2300" b="1">
                <a:solidFill>
                  <a:srgbClr val="142C48"/>
                </a:solidFill>
                <a:latin typeface="Aptos"/>
                <a:ea typeface="Aptos"/>
                <a:cs typeface="Aptos"/>
              </a:defRPr>
            </a:lvl6pPr>
            <a:lvl7pPr>
              <a:defRPr sz="2300" b="1">
                <a:solidFill>
                  <a:srgbClr val="142C48"/>
                </a:solidFill>
                <a:latin typeface="Aptos"/>
                <a:ea typeface="Aptos"/>
                <a:cs typeface="Aptos"/>
              </a:defRPr>
            </a:lvl7pPr>
            <a:lvl8pPr>
              <a:defRPr sz="2300" b="1">
                <a:solidFill>
                  <a:srgbClr val="142C48"/>
                </a:solidFill>
                <a:latin typeface="Aptos"/>
                <a:ea typeface="Aptos"/>
                <a:cs typeface="Aptos"/>
              </a:defRPr>
            </a:lvl8pPr>
            <a:lvl9pPr>
              <a:defRPr sz="2300" b="1">
                <a:solidFill>
                  <a:srgbClr val="142C48"/>
                </a:solidFill>
                <a:latin typeface="Aptos"/>
                <a:ea typeface="Aptos"/>
                <a:cs typeface="Aptos"/>
              </a:defRPr>
            </a:lvl9pPr>
          </a:lstStyle>
          <a:p xmlns:a="http://schemas.openxmlformats.org/drawingml/2006/main">
            <a:pPr>
              <a:defRPr sz="2300" b="1">
                <a:solidFill>
                  <a:srgbClr val="142C48"/>
                </a:solidFill>
                <a:latin typeface="Aptos"/>
                <a:ea typeface="Aptos"/>
                <a:cs typeface="Aptos"/>
              </a:defRPr>
            </a:pPr>
            <a:r>
              <a:rPr sz="2300" b="1">
                <a:solidFill>
                  <a:srgbClr val="142C48"/>
                </a:solidFill>
                <a:latin typeface="Aptos"/>
                <a:ea typeface="Aptos"/>
                <a:cs typeface="Aptos"/>
              </a:rPr>
              <a:t>0.9467</a:t>
            </a:r>
          </a:p>
        </p:txBody>
      </p:sp>
      <p:sp>
        <p:nvSpPr>
          <p:cNvPr id="13" name="">
            <a:extLst xmlns:a="http://schemas.openxmlformats.org/drawingml/2006/main">
              <a:ext uri="{FF2B5EF4-FFF2-40B4-BE49-F238E27FC236}">
                <a16:creationId xmlns:a16="http://schemas.microsoft.com/office/drawing/2014/main" id="{EE51E4B0-57D1-416A-AF0C-E371DE24D8CF}"/>
              </a:ext>
            </a:extLst>
          </p:cNvPr>
          <p:cNvSpPr>
            <a:spLocks xmlns:a="http://schemas.openxmlformats.org/drawingml/2006/main" noGrp="1"/>
          </p:cNvSpPr>
          <p:nvPr/>
        </p:nvSpPr>
        <p:spPr>
          <a:xfrm xmlns:a="http://schemas.openxmlformats.org/drawingml/2006/main">
            <a:off x="504000" y="3960000"/>
            <a:ext cx="309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Validation ROC AUC</a:t>
            </a:r>
          </a:p>
        </p:txBody>
      </p:sp>
      <p:sp>
        <p:nvSpPr>
          <p:cNvPr id="14" name="">
            <a:extLst xmlns:a="http://schemas.openxmlformats.org/drawingml/2006/main">
              <a:ext uri="{FF2B5EF4-FFF2-40B4-BE49-F238E27FC236}">
                <a16:creationId xmlns:a16="http://schemas.microsoft.com/office/drawing/2014/main" id="{81BE1236-CCA9-49D8-A24E-A937EE94B0D7}"/>
              </a:ext>
            </a:extLst>
          </p:cNvPr>
          <p:cNvSpPr>
            <a:spLocks xmlns:a="http://schemas.openxmlformats.org/drawingml/2006/main" noGrp="1"/>
          </p:cNvSpPr>
          <p:nvPr/>
        </p:nvSpPr>
        <p:spPr>
          <a:xfrm xmlns:a="http://schemas.openxmlformats.org/drawingml/2006/main">
            <a:off x="3924000" y="3960000"/>
            <a:ext cx="313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Exploratory test AUC</a:t>
            </a:r>
          </a:p>
        </p:txBody>
      </p:sp>
      <p:sp>
        <p:nvSpPr>
          <p:cNvPr id="15" name="">
            <a:extLst xmlns:a="http://schemas.openxmlformats.org/drawingml/2006/main">
              <a:ext uri="{FF2B5EF4-FFF2-40B4-BE49-F238E27FC236}">
                <a16:creationId xmlns:a16="http://schemas.microsoft.com/office/drawing/2014/main" id="{DC6CF00B-4E09-487A-A0DB-A90AB30F8DFA}"/>
              </a:ext>
            </a:extLst>
          </p:cNvPr>
          <p:cNvSpPr>
            <a:spLocks xmlns:a="http://schemas.openxmlformats.org/drawingml/2006/main" noGrp="1"/>
          </p:cNvSpPr>
          <p:nvPr/>
        </p:nvSpPr>
        <p:spPr>
          <a:xfrm xmlns:a="http://schemas.openxmlformats.org/drawingml/2006/main">
            <a:off x="504000" y="4356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Purged time splits; separate-customer Platt calibration. Select on validation.</a:t>
            </a:r>
          </a:p>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SHAP: 127 inputs grouped into six categories; up to three positive drivers.</a:t>
            </a:r>
          </a:p>
        </p:txBody>
      </p:sp>
      <p:sp>
        <p:nvSpPr>
          <p:cNvPr id="16" name="">
            <a:extLst xmlns:a="http://schemas.openxmlformats.org/drawingml/2006/main">
              <a:ext uri="{FF2B5EF4-FFF2-40B4-BE49-F238E27FC236}">
                <a16:creationId xmlns:a16="http://schemas.microsoft.com/office/drawing/2014/main" id="{30BE4CEF-521C-4DDC-B30C-1E79CED83D45}"/>
              </a:ext>
            </a:extLst>
          </p:cNvPr>
          <p:cNvSpPr>
            <a:spLocks xmlns:a="http://schemas.openxmlformats.org/drawingml/2006/main" noGrp="1"/>
          </p:cNvSpPr>
          <p:nvPr/>
        </p:nvSpPr>
        <p:spPr>
          <a:xfrm xmlns:a="http://schemas.openxmlformats.org/drawingml/2006/main">
            <a:off x="504000" y="5148000"/>
            <a:ext cx="28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F27323"/>
                </a:solidFill>
                <a:latin typeface="Aptos"/>
                <a:ea typeface="Aptos"/>
                <a:cs typeface="Aptos"/>
              </a:defRPr>
            </a:defPPr>
            <a:lvl1pPr>
              <a:defRPr sz="1000" b="1">
                <a:solidFill>
                  <a:srgbClr val="F27323"/>
                </a:solidFill>
                <a:latin typeface="Aptos"/>
                <a:ea typeface="Aptos"/>
                <a:cs typeface="Aptos"/>
              </a:defRPr>
            </a:lvl1pPr>
            <a:lvl2pPr>
              <a:defRPr sz="1000" b="1">
                <a:solidFill>
                  <a:srgbClr val="F27323"/>
                </a:solidFill>
                <a:latin typeface="Aptos"/>
                <a:ea typeface="Aptos"/>
                <a:cs typeface="Aptos"/>
              </a:defRPr>
            </a:lvl2pPr>
            <a:lvl3pPr>
              <a:defRPr sz="1000" b="1">
                <a:solidFill>
                  <a:srgbClr val="F27323"/>
                </a:solidFill>
                <a:latin typeface="Aptos"/>
                <a:ea typeface="Aptos"/>
                <a:cs typeface="Aptos"/>
              </a:defRPr>
            </a:lvl3pPr>
            <a:lvl4pPr>
              <a:defRPr sz="1000" b="1">
                <a:solidFill>
                  <a:srgbClr val="F27323"/>
                </a:solidFill>
                <a:latin typeface="Aptos"/>
                <a:ea typeface="Aptos"/>
                <a:cs typeface="Aptos"/>
              </a:defRPr>
            </a:lvl4pPr>
            <a:lvl5pPr>
              <a:defRPr sz="1000" b="1">
                <a:solidFill>
                  <a:srgbClr val="F27323"/>
                </a:solidFill>
                <a:latin typeface="Aptos"/>
                <a:ea typeface="Aptos"/>
                <a:cs typeface="Aptos"/>
              </a:defRPr>
            </a:lvl5pPr>
            <a:lvl6pPr>
              <a:defRPr sz="1000" b="1">
                <a:solidFill>
                  <a:srgbClr val="F27323"/>
                </a:solidFill>
                <a:latin typeface="Aptos"/>
                <a:ea typeface="Aptos"/>
                <a:cs typeface="Aptos"/>
              </a:defRPr>
            </a:lvl6pPr>
            <a:lvl7pPr>
              <a:defRPr sz="1000" b="1">
                <a:solidFill>
                  <a:srgbClr val="F27323"/>
                </a:solidFill>
                <a:latin typeface="Aptos"/>
                <a:ea typeface="Aptos"/>
                <a:cs typeface="Aptos"/>
              </a:defRPr>
            </a:lvl7pPr>
            <a:lvl8pPr>
              <a:defRPr sz="1000" b="1">
                <a:solidFill>
                  <a:srgbClr val="F27323"/>
                </a:solidFill>
                <a:latin typeface="Aptos"/>
                <a:ea typeface="Aptos"/>
                <a:cs typeface="Aptos"/>
              </a:defRPr>
            </a:lvl8pPr>
            <a:lvl9pPr>
              <a:defRPr sz="1000" b="1">
                <a:solidFill>
                  <a:srgbClr val="F27323"/>
                </a:solidFill>
                <a:latin typeface="Aptos"/>
                <a:ea typeface="Aptos"/>
                <a:cs typeface="Aptos"/>
              </a:defRPr>
            </a:lvl9pPr>
          </a:lstStyle>
          <a:p xmlns:a="http://schemas.openxmlformats.org/drawingml/2006/main">
            <a:pPr>
              <a:defRPr sz="1000" b="1">
                <a:solidFill>
                  <a:srgbClr val="F27323"/>
                </a:solidFill>
                <a:latin typeface="Aptos"/>
                <a:ea typeface="Aptos"/>
                <a:cs typeface="Aptos"/>
              </a:defRPr>
            </a:pPr>
            <a:r>
              <a:rPr sz="1000" b="1">
                <a:solidFill>
                  <a:srgbClr val="F27323"/>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50741982-46BA-411C-8943-735D60309297}"/>
              </a:ext>
            </a:extLst>
          </p:cNvPr>
          <p:cNvSpPr>
            <a:spLocks xmlns:a="http://schemas.openxmlformats.org/drawingml/2006/main" noGrp="1"/>
          </p:cNvSpPr>
          <p:nvPr/>
        </p:nvSpPr>
        <p:spPr>
          <a:xfrm xmlns:a="http://schemas.openxmlformats.org/drawingml/2006/main">
            <a:off x="828000" y="5148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50" b="1">
                <a:solidFill>
                  <a:srgbClr val="0D69B3"/>
                </a:solidFill>
                <a:latin typeface="Aptos"/>
                <a:ea typeface="Aptos"/>
                <a:cs typeface="Aptos"/>
              </a:defRPr>
            </a:defPPr>
            <a:lvl1pPr>
              <a:defRPr sz="1150" b="1">
                <a:solidFill>
                  <a:srgbClr val="0D69B3"/>
                </a:solidFill>
                <a:latin typeface="Aptos"/>
                <a:ea typeface="Aptos"/>
                <a:cs typeface="Aptos"/>
              </a:defRPr>
            </a:lvl1pPr>
            <a:lvl2pPr>
              <a:defRPr sz="1150" b="1">
                <a:solidFill>
                  <a:srgbClr val="0D69B3"/>
                </a:solidFill>
                <a:latin typeface="Aptos"/>
                <a:ea typeface="Aptos"/>
                <a:cs typeface="Aptos"/>
              </a:defRPr>
            </a:lvl2pPr>
            <a:lvl3pPr>
              <a:defRPr sz="1150" b="1">
                <a:solidFill>
                  <a:srgbClr val="0D69B3"/>
                </a:solidFill>
                <a:latin typeface="Aptos"/>
                <a:ea typeface="Aptos"/>
                <a:cs typeface="Aptos"/>
              </a:defRPr>
            </a:lvl3pPr>
            <a:lvl4pPr>
              <a:defRPr sz="1150" b="1">
                <a:solidFill>
                  <a:srgbClr val="0D69B3"/>
                </a:solidFill>
                <a:latin typeface="Aptos"/>
                <a:ea typeface="Aptos"/>
                <a:cs typeface="Aptos"/>
              </a:defRPr>
            </a:lvl4pPr>
            <a:lvl5pPr>
              <a:defRPr sz="1150" b="1">
                <a:solidFill>
                  <a:srgbClr val="0D69B3"/>
                </a:solidFill>
                <a:latin typeface="Aptos"/>
                <a:ea typeface="Aptos"/>
                <a:cs typeface="Aptos"/>
              </a:defRPr>
            </a:lvl5pPr>
            <a:lvl6pPr>
              <a:defRPr sz="1150" b="1">
                <a:solidFill>
                  <a:srgbClr val="0D69B3"/>
                </a:solidFill>
                <a:latin typeface="Aptos"/>
                <a:ea typeface="Aptos"/>
                <a:cs typeface="Aptos"/>
              </a:defRPr>
            </a:lvl6pPr>
            <a:lvl7pPr>
              <a:defRPr sz="1150" b="1">
                <a:solidFill>
                  <a:srgbClr val="0D69B3"/>
                </a:solidFill>
                <a:latin typeface="Aptos"/>
                <a:ea typeface="Aptos"/>
                <a:cs typeface="Aptos"/>
              </a:defRPr>
            </a:lvl7pPr>
            <a:lvl8pPr>
              <a:defRPr sz="1150" b="1">
                <a:solidFill>
                  <a:srgbClr val="0D69B3"/>
                </a:solidFill>
                <a:latin typeface="Aptos"/>
                <a:ea typeface="Aptos"/>
                <a:cs typeface="Aptos"/>
              </a:defRPr>
            </a:lvl8pPr>
            <a:lvl9pPr>
              <a:defRPr sz="1150" b="1">
                <a:solidFill>
                  <a:srgbClr val="0D69B3"/>
                </a:solidFill>
                <a:latin typeface="Aptos"/>
                <a:ea typeface="Aptos"/>
                <a:cs typeface="Aptos"/>
              </a:defRPr>
            </a:lvl9pPr>
          </a:lstStyle>
          <a:p xmlns:a="http://schemas.openxmlformats.org/drawingml/2006/main">
            <a:pPr>
              <a:defRPr sz="1150" b="1">
                <a:solidFill>
                  <a:srgbClr val="0D69B3"/>
                </a:solidFill>
                <a:latin typeface="Aptos"/>
                <a:ea typeface="Aptos"/>
                <a:cs typeface="Aptos"/>
              </a:defRPr>
            </a:pPr>
            <a:r>
              <a:rPr sz="1150" b="1">
                <a:solidFill>
                  <a:srgbClr val="0D69B3"/>
                </a:solidFill>
                <a:latin typeface="Aptos"/>
                <a:ea typeface="Aptos"/>
                <a:cs typeface="Aptos"/>
              </a:rPr>
              <a:t>Identify</a:t>
            </a:r>
          </a:p>
        </p:txBody>
      </p:sp>
      <p:sp>
        <p:nvSpPr>
          <p:cNvPr id="18" name="">
            <a:extLst xmlns:a="http://schemas.openxmlformats.org/drawingml/2006/main">
              <a:ext uri="{FF2B5EF4-FFF2-40B4-BE49-F238E27FC236}">
                <a16:creationId xmlns:a16="http://schemas.microsoft.com/office/drawing/2014/main" id="{3EB54DA7-76D6-4284-B88F-E068985997AD}"/>
              </a:ext>
            </a:extLst>
          </p:cNvPr>
          <p:cNvSpPr>
            <a:spLocks xmlns:a="http://schemas.openxmlformats.org/drawingml/2006/main" noGrp="1"/>
          </p:cNvSpPr>
          <p:nvPr/>
        </p:nvSpPr>
        <p:spPr>
          <a:xfrm xmlns:a="http://schemas.openxmlformats.org/drawingml/2006/main">
            <a:off x="504000" y="5472000"/>
            <a:ext cx="20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Risk score and target window.</a:t>
            </a:r>
          </a:p>
        </p:txBody>
      </p:sp>
      <p:sp>
        <p:nvSpPr>
          <p:cNvPr id="19" name="">
            <a:extLst xmlns:a="http://schemas.openxmlformats.org/drawingml/2006/main">
              <a:ext uri="{FF2B5EF4-FFF2-40B4-BE49-F238E27FC236}">
                <a16:creationId xmlns:a16="http://schemas.microsoft.com/office/drawing/2014/main" id="{357E7750-0CDD-48A8-B093-E2BC4E0D94EF}"/>
              </a:ext>
            </a:extLst>
          </p:cNvPr>
          <p:cNvSpPr>
            <a:spLocks xmlns:a="http://schemas.openxmlformats.org/drawingml/2006/main" noGrp="1"/>
          </p:cNvSpPr>
          <p:nvPr/>
        </p:nvSpPr>
        <p:spPr>
          <a:xfrm xmlns:a="http://schemas.openxmlformats.org/drawingml/2006/main">
            <a:off x="2779200" y="5148000"/>
            <a:ext cx="28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F27323"/>
                </a:solidFill>
                <a:latin typeface="Aptos"/>
                <a:ea typeface="Aptos"/>
                <a:cs typeface="Aptos"/>
              </a:defRPr>
            </a:defPPr>
            <a:lvl1pPr>
              <a:defRPr sz="1000" b="1">
                <a:solidFill>
                  <a:srgbClr val="F27323"/>
                </a:solidFill>
                <a:latin typeface="Aptos"/>
                <a:ea typeface="Aptos"/>
                <a:cs typeface="Aptos"/>
              </a:defRPr>
            </a:lvl1pPr>
            <a:lvl2pPr>
              <a:defRPr sz="1000" b="1">
                <a:solidFill>
                  <a:srgbClr val="F27323"/>
                </a:solidFill>
                <a:latin typeface="Aptos"/>
                <a:ea typeface="Aptos"/>
                <a:cs typeface="Aptos"/>
              </a:defRPr>
            </a:lvl2pPr>
            <a:lvl3pPr>
              <a:defRPr sz="1000" b="1">
                <a:solidFill>
                  <a:srgbClr val="F27323"/>
                </a:solidFill>
                <a:latin typeface="Aptos"/>
                <a:ea typeface="Aptos"/>
                <a:cs typeface="Aptos"/>
              </a:defRPr>
            </a:lvl3pPr>
            <a:lvl4pPr>
              <a:defRPr sz="1000" b="1">
                <a:solidFill>
                  <a:srgbClr val="F27323"/>
                </a:solidFill>
                <a:latin typeface="Aptos"/>
                <a:ea typeface="Aptos"/>
                <a:cs typeface="Aptos"/>
              </a:defRPr>
            </a:lvl4pPr>
            <a:lvl5pPr>
              <a:defRPr sz="1000" b="1">
                <a:solidFill>
                  <a:srgbClr val="F27323"/>
                </a:solidFill>
                <a:latin typeface="Aptos"/>
                <a:ea typeface="Aptos"/>
                <a:cs typeface="Aptos"/>
              </a:defRPr>
            </a:lvl5pPr>
            <a:lvl6pPr>
              <a:defRPr sz="1000" b="1">
                <a:solidFill>
                  <a:srgbClr val="F27323"/>
                </a:solidFill>
                <a:latin typeface="Aptos"/>
                <a:ea typeface="Aptos"/>
                <a:cs typeface="Aptos"/>
              </a:defRPr>
            </a:lvl6pPr>
            <a:lvl7pPr>
              <a:defRPr sz="1000" b="1">
                <a:solidFill>
                  <a:srgbClr val="F27323"/>
                </a:solidFill>
                <a:latin typeface="Aptos"/>
                <a:ea typeface="Aptos"/>
                <a:cs typeface="Aptos"/>
              </a:defRPr>
            </a:lvl7pPr>
            <a:lvl8pPr>
              <a:defRPr sz="1000" b="1">
                <a:solidFill>
                  <a:srgbClr val="F27323"/>
                </a:solidFill>
                <a:latin typeface="Aptos"/>
                <a:ea typeface="Aptos"/>
                <a:cs typeface="Aptos"/>
              </a:defRPr>
            </a:lvl8pPr>
            <a:lvl9pPr>
              <a:defRPr sz="1000" b="1">
                <a:solidFill>
                  <a:srgbClr val="F27323"/>
                </a:solidFill>
                <a:latin typeface="Aptos"/>
                <a:ea typeface="Aptos"/>
                <a:cs typeface="Aptos"/>
              </a:defRPr>
            </a:lvl9pPr>
          </a:lstStyle>
          <a:p xmlns:a="http://schemas.openxmlformats.org/drawingml/2006/main">
            <a:pPr>
              <a:defRPr sz="1000" b="1">
                <a:solidFill>
                  <a:srgbClr val="F27323"/>
                </a:solidFill>
                <a:latin typeface="Aptos"/>
                <a:ea typeface="Aptos"/>
                <a:cs typeface="Aptos"/>
              </a:defRPr>
            </a:pPr>
            <a:r>
              <a:rPr sz="1000" b="1">
                <a:solidFill>
                  <a:srgbClr val="F27323"/>
                </a:solidFill>
                <a:latin typeface="Aptos"/>
                <a:ea typeface="Aptos"/>
                <a:cs typeface="Aptos"/>
              </a:rPr>
              <a:t>02</a:t>
            </a:r>
          </a:p>
        </p:txBody>
      </p:sp>
      <p:sp>
        <p:nvSpPr>
          <p:cNvPr id="20" name="">
            <a:extLst xmlns:a="http://schemas.openxmlformats.org/drawingml/2006/main">
              <a:ext uri="{FF2B5EF4-FFF2-40B4-BE49-F238E27FC236}">
                <a16:creationId xmlns:a16="http://schemas.microsoft.com/office/drawing/2014/main" id="{70105B66-6996-4FAA-A07D-D2C482636357}"/>
              </a:ext>
            </a:extLst>
          </p:cNvPr>
          <p:cNvSpPr>
            <a:spLocks xmlns:a="http://schemas.openxmlformats.org/drawingml/2006/main" noGrp="1"/>
          </p:cNvSpPr>
          <p:nvPr/>
        </p:nvSpPr>
        <p:spPr>
          <a:xfrm xmlns:a="http://schemas.openxmlformats.org/drawingml/2006/main">
            <a:off x="3103200" y="5148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50" b="1">
                <a:solidFill>
                  <a:srgbClr val="0D69B3"/>
                </a:solidFill>
                <a:latin typeface="Aptos"/>
                <a:ea typeface="Aptos"/>
                <a:cs typeface="Aptos"/>
              </a:defRPr>
            </a:defPPr>
            <a:lvl1pPr>
              <a:defRPr sz="1150" b="1">
                <a:solidFill>
                  <a:srgbClr val="0D69B3"/>
                </a:solidFill>
                <a:latin typeface="Aptos"/>
                <a:ea typeface="Aptos"/>
                <a:cs typeface="Aptos"/>
              </a:defRPr>
            </a:lvl1pPr>
            <a:lvl2pPr>
              <a:defRPr sz="1150" b="1">
                <a:solidFill>
                  <a:srgbClr val="0D69B3"/>
                </a:solidFill>
                <a:latin typeface="Aptos"/>
                <a:ea typeface="Aptos"/>
                <a:cs typeface="Aptos"/>
              </a:defRPr>
            </a:lvl2pPr>
            <a:lvl3pPr>
              <a:defRPr sz="1150" b="1">
                <a:solidFill>
                  <a:srgbClr val="0D69B3"/>
                </a:solidFill>
                <a:latin typeface="Aptos"/>
                <a:ea typeface="Aptos"/>
                <a:cs typeface="Aptos"/>
              </a:defRPr>
            </a:lvl3pPr>
            <a:lvl4pPr>
              <a:defRPr sz="1150" b="1">
                <a:solidFill>
                  <a:srgbClr val="0D69B3"/>
                </a:solidFill>
                <a:latin typeface="Aptos"/>
                <a:ea typeface="Aptos"/>
                <a:cs typeface="Aptos"/>
              </a:defRPr>
            </a:lvl4pPr>
            <a:lvl5pPr>
              <a:defRPr sz="1150" b="1">
                <a:solidFill>
                  <a:srgbClr val="0D69B3"/>
                </a:solidFill>
                <a:latin typeface="Aptos"/>
                <a:ea typeface="Aptos"/>
                <a:cs typeface="Aptos"/>
              </a:defRPr>
            </a:lvl5pPr>
            <a:lvl6pPr>
              <a:defRPr sz="1150" b="1">
                <a:solidFill>
                  <a:srgbClr val="0D69B3"/>
                </a:solidFill>
                <a:latin typeface="Aptos"/>
                <a:ea typeface="Aptos"/>
                <a:cs typeface="Aptos"/>
              </a:defRPr>
            </a:lvl6pPr>
            <a:lvl7pPr>
              <a:defRPr sz="1150" b="1">
                <a:solidFill>
                  <a:srgbClr val="0D69B3"/>
                </a:solidFill>
                <a:latin typeface="Aptos"/>
                <a:ea typeface="Aptos"/>
                <a:cs typeface="Aptos"/>
              </a:defRPr>
            </a:lvl7pPr>
            <a:lvl8pPr>
              <a:defRPr sz="1150" b="1">
                <a:solidFill>
                  <a:srgbClr val="0D69B3"/>
                </a:solidFill>
                <a:latin typeface="Aptos"/>
                <a:ea typeface="Aptos"/>
                <a:cs typeface="Aptos"/>
              </a:defRPr>
            </a:lvl8pPr>
            <a:lvl9pPr>
              <a:defRPr sz="1150" b="1">
                <a:solidFill>
                  <a:srgbClr val="0D69B3"/>
                </a:solidFill>
                <a:latin typeface="Aptos"/>
                <a:ea typeface="Aptos"/>
                <a:cs typeface="Aptos"/>
              </a:defRPr>
            </a:lvl9pPr>
          </a:lstStyle>
          <a:p xmlns:a="http://schemas.openxmlformats.org/drawingml/2006/main">
            <a:pPr>
              <a:defRPr sz="1150" b="1">
                <a:solidFill>
                  <a:srgbClr val="0D69B3"/>
                </a:solidFill>
                <a:latin typeface="Aptos"/>
                <a:ea typeface="Aptos"/>
                <a:cs typeface="Aptos"/>
              </a:defRPr>
            </a:pPr>
            <a:r>
              <a:rPr sz="1150" b="1">
                <a:solidFill>
                  <a:srgbClr val="0D69B3"/>
                </a:solidFill>
                <a:latin typeface="Aptos"/>
                <a:ea typeface="Aptos"/>
                <a:cs typeface="Aptos"/>
              </a:rPr>
              <a:t>Understand</a:t>
            </a:r>
          </a:p>
        </p:txBody>
      </p:sp>
      <p:sp>
        <p:nvSpPr>
          <p:cNvPr id="21" name="">
            <a:extLst xmlns:a="http://schemas.openxmlformats.org/drawingml/2006/main">
              <a:ext uri="{FF2B5EF4-FFF2-40B4-BE49-F238E27FC236}">
                <a16:creationId xmlns:a16="http://schemas.microsoft.com/office/drawing/2014/main" id="{2BF8E780-28F4-4023-A340-2895365FC55B}"/>
              </a:ext>
            </a:extLst>
          </p:cNvPr>
          <p:cNvSpPr>
            <a:spLocks xmlns:a="http://schemas.openxmlformats.org/drawingml/2006/main" noGrp="1"/>
          </p:cNvSpPr>
          <p:nvPr/>
        </p:nvSpPr>
        <p:spPr>
          <a:xfrm xmlns:a="http://schemas.openxmlformats.org/drawingml/2006/main">
            <a:off x="2779200" y="5472000"/>
            <a:ext cx="20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Customer facts and signed SHAP.</a:t>
            </a:r>
          </a:p>
        </p:txBody>
      </p:sp>
      <p:sp>
        <p:nvSpPr>
          <p:cNvPr id="22" name="">
            <a:extLst xmlns:a="http://schemas.openxmlformats.org/drawingml/2006/main">
              <a:ext uri="{FF2B5EF4-FFF2-40B4-BE49-F238E27FC236}">
                <a16:creationId xmlns:a16="http://schemas.microsoft.com/office/drawing/2014/main" id="{70C73C96-CF55-49F7-ABB3-55FE6D8F0E62}"/>
              </a:ext>
            </a:extLst>
          </p:cNvPr>
          <p:cNvSpPr>
            <a:spLocks xmlns:a="http://schemas.openxmlformats.org/drawingml/2006/main" noGrp="1"/>
          </p:cNvSpPr>
          <p:nvPr/>
        </p:nvSpPr>
        <p:spPr>
          <a:xfrm xmlns:a="http://schemas.openxmlformats.org/drawingml/2006/main">
            <a:off x="5054400" y="5148000"/>
            <a:ext cx="28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F27323"/>
                </a:solidFill>
                <a:latin typeface="Aptos"/>
                <a:ea typeface="Aptos"/>
                <a:cs typeface="Aptos"/>
              </a:defRPr>
            </a:defPPr>
            <a:lvl1pPr>
              <a:defRPr sz="1000" b="1">
                <a:solidFill>
                  <a:srgbClr val="F27323"/>
                </a:solidFill>
                <a:latin typeface="Aptos"/>
                <a:ea typeface="Aptos"/>
                <a:cs typeface="Aptos"/>
              </a:defRPr>
            </a:lvl1pPr>
            <a:lvl2pPr>
              <a:defRPr sz="1000" b="1">
                <a:solidFill>
                  <a:srgbClr val="F27323"/>
                </a:solidFill>
                <a:latin typeface="Aptos"/>
                <a:ea typeface="Aptos"/>
                <a:cs typeface="Aptos"/>
              </a:defRPr>
            </a:lvl2pPr>
            <a:lvl3pPr>
              <a:defRPr sz="1000" b="1">
                <a:solidFill>
                  <a:srgbClr val="F27323"/>
                </a:solidFill>
                <a:latin typeface="Aptos"/>
                <a:ea typeface="Aptos"/>
                <a:cs typeface="Aptos"/>
              </a:defRPr>
            </a:lvl3pPr>
            <a:lvl4pPr>
              <a:defRPr sz="1000" b="1">
                <a:solidFill>
                  <a:srgbClr val="F27323"/>
                </a:solidFill>
                <a:latin typeface="Aptos"/>
                <a:ea typeface="Aptos"/>
                <a:cs typeface="Aptos"/>
              </a:defRPr>
            </a:lvl4pPr>
            <a:lvl5pPr>
              <a:defRPr sz="1000" b="1">
                <a:solidFill>
                  <a:srgbClr val="F27323"/>
                </a:solidFill>
                <a:latin typeface="Aptos"/>
                <a:ea typeface="Aptos"/>
                <a:cs typeface="Aptos"/>
              </a:defRPr>
            </a:lvl5pPr>
            <a:lvl6pPr>
              <a:defRPr sz="1000" b="1">
                <a:solidFill>
                  <a:srgbClr val="F27323"/>
                </a:solidFill>
                <a:latin typeface="Aptos"/>
                <a:ea typeface="Aptos"/>
                <a:cs typeface="Aptos"/>
              </a:defRPr>
            </a:lvl6pPr>
            <a:lvl7pPr>
              <a:defRPr sz="1000" b="1">
                <a:solidFill>
                  <a:srgbClr val="F27323"/>
                </a:solidFill>
                <a:latin typeface="Aptos"/>
                <a:ea typeface="Aptos"/>
                <a:cs typeface="Aptos"/>
              </a:defRPr>
            </a:lvl7pPr>
            <a:lvl8pPr>
              <a:defRPr sz="1000" b="1">
                <a:solidFill>
                  <a:srgbClr val="F27323"/>
                </a:solidFill>
                <a:latin typeface="Aptos"/>
                <a:ea typeface="Aptos"/>
                <a:cs typeface="Aptos"/>
              </a:defRPr>
            </a:lvl8pPr>
            <a:lvl9pPr>
              <a:defRPr sz="1000" b="1">
                <a:solidFill>
                  <a:srgbClr val="F27323"/>
                </a:solidFill>
                <a:latin typeface="Aptos"/>
                <a:ea typeface="Aptos"/>
                <a:cs typeface="Aptos"/>
              </a:defRPr>
            </a:lvl9pPr>
          </a:lstStyle>
          <a:p xmlns:a="http://schemas.openxmlformats.org/drawingml/2006/main">
            <a:pPr>
              <a:defRPr sz="1000" b="1">
                <a:solidFill>
                  <a:srgbClr val="F27323"/>
                </a:solidFill>
                <a:latin typeface="Aptos"/>
                <a:ea typeface="Aptos"/>
                <a:cs typeface="Aptos"/>
              </a:defRPr>
            </a:pPr>
            <a:r>
              <a:rPr sz="1000" b="1">
                <a:solidFill>
                  <a:srgbClr val="F27323"/>
                </a:solidFill>
                <a:latin typeface="Aptos"/>
                <a:ea typeface="Aptos"/>
                <a:cs typeface="Aptos"/>
              </a:rPr>
              <a:t>03</a:t>
            </a:r>
          </a:p>
        </p:txBody>
      </p:sp>
      <p:sp>
        <p:nvSpPr>
          <p:cNvPr id="23" name="">
            <a:extLst xmlns:a="http://schemas.openxmlformats.org/drawingml/2006/main">
              <a:ext uri="{FF2B5EF4-FFF2-40B4-BE49-F238E27FC236}">
                <a16:creationId xmlns:a16="http://schemas.microsoft.com/office/drawing/2014/main" id="{F323EC34-FA3E-453E-83B9-F0AE12DAFDD3}"/>
              </a:ext>
            </a:extLst>
          </p:cNvPr>
          <p:cNvSpPr>
            <a:spLocks xmlns:a="http://schemas.openxmlformats.org/drawingml/2006/main" noGrp="1"/>
          </p:cNvSpPr>
          <p:nvPr/>
        </p:nvSpPr>
        <p:spPr>
          <a:xfrm xmlns:a="http://schemas.openxmlformats.org/drawingml/2006/main">
            <a:off x="5378400" y="5148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50" b="1">
                <a:solidFill>
                  <a:srgbClr val="0D69B3"/>
                </a:solidFill>
                <a:latin typeface="Aptos"/>
                <a:ea typeface="Aptos"/>
                <a:cs typeface="Aptos"/>
              </a:defRPr>
            </a:defPPr>
            <a:lvl1pPr>
              <a:defRPr sz="1150" b="1">
                <a:solidFill>
                  <a:srgbClr val="0D69B3"/>
                </a:solidFill>
                <a:latin typeface="Aptos"/>
                <a:ea typeface="Aptos"/>
                <a:cs typeface="Aptos"/>
              </a:defRPr>
            </a:lvl1pPr>
            <a:lvl2pPr>
              <a:defRPr sz="1150" b="1">
                <a:solidFill>
                  <a:srgbClr val="0D69B3"/>
                </a:solidFill>
                <a:latin typeface="Aptos"/>
                <a:ea typeface="Aptos"/>
                <a:cs typeface="Aptos"/>
              </a:defRPr>
            </a:lvl2pPr>
            <a:lvl3pPr>
              <a:defRPr sz="1150" b="1">
                <a:solidFill>
                  <a:srgbClr val="0D69B3"/>
                </a:solidFill>
                <a:latin typeface="Aptos"/>
                <a:ea typeface="Aptos"/>
                <a:cs typeface="Aptos"/>
              </a:defRPr>
            </a:lvl3pPr>
            <a:lvl4pPr>
              <a:defRPr sz="1150" b="1">
                <a:solidFill>
                  <a:srgbClr val="0D69B3"/>
                </a:solidFill>
                <a:latin typeface="Aptos"/>
                <a:ea typeface="Aptos"/>
                <a:cs typeface="Aptos"/>
              </a:defRPr>
            </a:lvl4pPr>
            <a:lvl5pPr>
              <a:defRPr sz="1150" b="1">
                <a:solidFill>
                  <a:srgbClr val="0D69B3"/>
                </a:solidFill>
                <a:latin typeface="Aptos"/>
                <a:ea typeface="Aptos"/>
                <a:cs typeface="Aptos"/>
              </a:defRPr>
            </a:lvl5pPr>
            <a:lvl6pPr>
              <a:defRPr sz="1150" b="1">
                <a:solidFill>
                  <a:srgbClr val="0D69B3"/>
                </a:solidFill>
                <a:latin typeface="Aptos"/>
                <a:ea typeface="Aptos"/>
                <a:cs typeface="Aptos"/>
              </a:defRPr>
            </a:lvl6pPr>
            <a:lvl7pPr>
              <a:defRPr sz="1150" b="1">
                <a:solidFill>
                  <a:srgbClr val="0D69B3"/>
                </a:solidFill>
                <a:latin typeface="Aptos"/>
                <a:ea typeface="Aptos"/>
                <a:cs typeface="Aptos"/>
              </a:defRPr>
            </a:lvl7pPr>
            <a:lvl8pPr>
              <a:defRPr sz="1150" b="1">
                <a:solidFill>
                  <a:srgbClr val="0D69B3"/>
                </a:solidFill>
                <a:latin typeface="Aptos"/>
                <a:ea typeface="Aptos"/>
                <a:cs typeface="Aptos"/>
              </a:defRPr>
            </a:lvl8pPr>
            <a:lvl9pPr>
              <a:defRPr sz="1150" b="1">
                <a:solidFill>
                  <a:srgbClr val="0D69B3"/>
                </a:solidFill>
                <a:latin typeface="Aptos"/>
                <a:ea typeface="Aptos"/>
                <a:cs typeface="Aptos"/>
              </a:defRPr>
            </a:lvl9pPr>
          </a:lstStyle>
          <a:p xmlns:a="http://schemas.openxmlformats.org/drawingml/2006/main">
            <a:pPr>
              <a:defRPr sz="1150" b="1">
                <a:solidFill>
                  <a:srgbClr val="0D69B3"/>
                </a:solidFill>
                <a:latin typeface="Aptos"/>
                <a:ea typeface="Aptos"/>
                <a:cs typeface="Aptos"/>
              </a:defRPr>
            </a:pPr>
            <a:r>
              <a:rPr sz="1150" b="1">
                <a:solidFill>
                  <a:srgbClr val="0D69B3"/>
                </a:solidFill>
                <a:latin typeface="Aptos"/>
                <a:ea typeface="Aptos"/>
                <a:cs typeface="Aptos"/>
              </a:rPr>
              <a:t>Prepare</a:t>
            </a:r>
          </a:p>
        </p:txBody>
      </p:sp>
      <p:sp>
        <p:nvSpPr>
          <p:cNvPr id="24" name="">
            <a:extLst xmlns:a="http://schemas.openxmlformats.org/drawingml/2006/main">
              <a:ext uri="{FF2B5EF4-FFF2-40B4-BE49-F238E27FC236}">
                <a16:creationId xmlns:a16="http://schemas.microsoft.com/office/drawing/2014/main" id="{B52B9524-ADA3-48DD-AA01-58D6AC5DAC76}"/>
              </a:ext>
            </a:extLst>
          </p:cNvPr>
          <p:cNvSpPr>
            <a:spLocks xmlns:a="http://schemas.openxmlformats.org/drawingml/2006/main" noGrp="1"/>
          </p:cNvSpPr>
          <p:nvPr/>
        </p:nvSpPr>
        <p:spPr>
          <a:xfrm xmlns:a="http://schemas.openxmlformats.org/drawingml/2006/main">
            <a:off x="5054400" y="5472000"/>
            <a:ext cx="20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Contact checks and AI drafts.</a:t>
            </a:r>
          </a:p>
        </p:txBody>
      </p:sp>
      <p:sp>
        <p:nvSpPr>
          <p:cNvPr id="25" name="">
            <a:extLst xmlns:a="http://schemas.openxmlformats.org/drawingml/2006/main">
              <a:ext uri="{FF2B5EF4-FFF2-40B4-BE49-F238E27FC236}">
                <a16:creationId xmlns:a16="http://schemas.microsoft.com/office/drawing/2014/main" id="{A81A9779-DCC1-405E-8ACA-2E432C38F69C}"/>
              </a:ext>
            </a:extLst>
          </p:cNvPr>
          <p:cNvSpPr>
            <a:spLocks xmlns:a="http://schemas.openxmlformats.org/drawingml/2006/main" noGrp="1"/>
          </p:cNvSpPr>
          <p:nvPr/>
        </p:nvSpPr>
        <p:spPr>
          <a:xfrm xmlns:a="http://schemas.openxmlformats.org/drawingml/2006/main">
            <a:off x="504000" y="6012000"/>
            <a:ext cx="28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F27323"/>
                </a:solidFill>
                <a:latin typeface="Aptos"/>
                <a:ea typeface="Aptos"/>
                <a:cs typeface="Aptos"/>
              </a:defRPr>
            </a:defPPr>
            <a:lvl1pPr>
              <a:defRPr sz="1000" b="1">
                <a:solidFill>
                  <a:srgbClr val="F27323"/>
                </a:solidFill>
                <a:latin typeface="Aptos"/>
                <a:ea typeface="Aptos"/>
                <a:cs typeface="Aptos"/>
              </a:defRPr>
            </a:lvl1pPr>
            <a:lvl2pPr>
              <a:defRPr sz="1000" b="1">
                <a:solidFill>
                  <a:srgbClr val="F27323"/>
                </a:solidFill>
                <a:latin typeface="Aptos"/>
                <a:ea typeface="Aptos"/>
                <a:cs typeface="Aptos"/>
              </a:defRPr>
            </a:lvl2pPr>
            <a:lvl3pPr>
              <a:defRPr sz="1000" b="1">
                <a:solidFill>
                  <a:srgbClr val="F27323"/>
                </a:solidFill>
                <a:latin typeface="Aptos"/>
                <a:ea typeface="Aptos"/>
                <a:cs typeface="Aptos"/>
              </a:defRPr>
            </a:lvl3pPr>
            <a:lvl4pPr>
              <a:defRPr sz="1000" b="1">
                <a:solidFill>
                  <a:srgbClr val="F27323"/>
                </a:solidFill>
                <a:latin typeface="Aptos"/>
                <a:ea typeface="Aptos"/>
                <a:cs typeface="Aptos"/>
              </a:defRPr>
            </a:lvl4pPr>
            <a:lvl5pPr>
              <a:defRPr sz="1000" b="1">
                <a:solidFill>
                  <a:srgbClr val="F27323"/>
                </a:solidFill>
                <a:latin typeface="Aptos"/>
                <a:ea typeface="Aptos"/>
                <a:cs typeface="Aptos"/>
              </a:defRPr>
            </a:lvl5pPr>
            <a:lvl6pPr>
              <a:defRPr sz="1000" b="1">
                <a:solidFill>
                  <a:srgbClr val="F27323"/>
                </a:solidFill>
                <a:latin typeface="Aptos"/>
                <a:ea typeface="Aptos"/>
                <a:cs typeface="Aptos"/>
              </a:defRPr>
            </a:lvl6pPr>
            <a:lvl7pPr>
              <a:defRPr sz="1000" b="1">
                <a:solidFill>
                  <a:srgbClr val="F27323"/>
                </a:solidFill>
                <a:latin typeface="Aptos"/>
                <a:ea typeface="Aptos"/>
                <a:cs typeface="Aptos"/>
              </a:defRPr>
            </a:lvl7pPr>
            <a:lvl8pPr>
              <a:defRPr sz="1000" b="1">
                <a:solidFill>
                  <a:srgbClr val="F27323"/>
                </a:solidFill>
                <a:latin typeface="Aptos"/>
                <a:ea typeface="Aptos"/>
                <a:cs typeface="Aptos"/>
              </a:defRPr>
            </a:lvl8pPr>
            <a:lvl9pPr>
              <a:defRPr sz="1000" b="1">
                <a:solidFill>
                  <a:srgbClr val="F27323"/>
                </a:solidFill>
                <a:latin typeface="Aptos"/>
                <a:ea typeface="Aptos"/>
                <a:cs typeface="Aptos"/>
              </a:defRPr>
            </a:lvl9pPr>
          </a:lstStyle>
          <a:p xmlns:a="http://schemas.openxmlformats.org/drawingml/2006/main">
            <a:pPr>
              <a:defRPr sz="1000" b="1">
                <a:solidFill>
                  <a:srgbClr val="F27323"/>
                </a:solidFill>
                <a:latin typeface="Aptos"/>
                <a:ea typeface="Aptos"/>
                <a:cs typeface="Aptos"/>
              </a:defRPr>
            </a:pPr>
            <a:r>
              <a:rPr sz="1000" b="1">
                <a:solidFill>
                  <a:srgbClr val="F27323"/>
                </a:solidFill>
                <a:latin typeface="Aptos"/>
                <a:ea typeface="Aptos"/>
                <a:cs typeface="Aptos"/>
              </a:rPr>
              <a:t>04</a:t>
            </a:r>
          </a:p>
        </p:txBody>
      </p:sp>
      <p:sp>
        <p:nvSpPr>
          <p:cNvPr id="26" name="">
            <a:extLst xmlns:a="http://schemas.openxmlformats.org/drawingml/2006/main">
              <a:ext uri="{FF2B5EF4-FFF2-40B4-BE49-F238E27FC236}">
                <a16:creationId xmlns:a16="http://schemas.microsoft.com/office/drawing/2014/main" id="{51E30C0C-7771-4B4F-846E-89713B5893E6}"/>
              </a:ext>
            </a:extLst>
          </p:cNvPr>
          <p:cNvSpPr>
            <a:spLocks xmlns:a="http://schemas.openxmlformats.org/drawingml/2006/main" noGrp="1"/>
          </p:cNvSpPr>
          <p:nvPr/>
        </p:nvSpPr>
        <p:spPr>
          <a:xfrm xmlns:a="http://schemas.openxmlformats.org/drawingml/2006/main">
            <a:off x="828000" y="6012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50" b="1">
                <a:solidFill>
                  <a:srgbClr val="0D69B3"/>
                </a:solidFill>
                <a:latin typeface="Aptos"/>
                <a:ea typeface="Aptos"/>
                <a:cs typeface="Aptos"/>
              </a:defRPr>
            </a:defPPr>
            <a:lvl1pPr>
              <a:defRPr sz="1150" b="1">
                <a:solidFill>
                  <a:srgbClr val="0D69B3"/>
                </a:solidFill>
                <a:latin typeface="Aptos"/>
                <a:ea typeface="Aptos"/>
                <a:cs typeface="Aptos"/>
              </a:defRPr>
            </a:lvl1pPr>
            <a:lvl2pPr>
              <a:defRPr sz="1150" b="1">
                <a:solidFill>
                  <a:srgbClr val="0D69B3"/>
                </a:solidFill>
                <a:latin typeface="Aptos"/>
                <a:ea typeface="Aptos"/>
                <a:cs typeface="Aptos"/>
              </a:defRPr>
            </a:lvl2pPr>
            <a:lvl3pPr>
              <a:defRPr sz="1150" b="1">
                <a:solidFill>
                  <a:srgbClr val="0D69B3"/>
                </a:solidFill>
                <a:latin typeface="Aptos"/>
                <a:ea typeface="Aptos"/>
                <a:cs typeface="Aptos"/>
              </a:defRPr>
            </a:lvl3pPr>
            <a:lvl4pPr>
              <a:defRPr sz="1150" b="1">
                <a:solidFill>
                  <a:srgbClr val="0D69B3"/>
                </a:solidFill>
                <a:latin typeface="Aptos"/>
                <a:ea typeface="Aptos"/>
                <a:cs typeface="Aptos"/>
              </a:defRPr>
            </a:lvl4pPr>
            <a:lvl5pPr>
              <a:defRPr sz="1150" b="1">
                <a:solidFill>
                  <a:srgbClr val="0D69B3"/>
                </a:solidFill>
                <a:latin typeface="Aptos"/>
                <a:ea typeface="Aptos"/>
                <a:cs typeface="Aptos"/>
              </a:defRPr>
            </a:lvl5pPr>
            <a:lvl6pPr>
              <a:defRPr sz="1150" b="1">
                <a:solidFill>
                  <a:srgbClr val="0D69B3"/>
                </a:solidFill>
                <a:latin typeface="Aptos"/>
                <a:ea typeface="Aptos"/>
                <a:cs typeface="Aptos"/>
              </a:defRPr>
            </a:lvl6pPr>
            <a:lvl7pPr>
              <a:defRPr sz="1150" b="1">
                <a:solidFill>
                  <a:srgbClr val="0D69B3"/>
                </a:solidFill>
                <a:latin typeface="Aptos"/>
                <a:ea typeface="Aptos"/>
                <a:cs typeface="Aptos"/>
              </a:defRPr>
            </a:lvl7pPr>
            <a:lvl8pPr>
              <a:defRPr sz="1150" b="1">
                <a:solidFill>
                  <a:srgbClr val="0D69B3"/>
                </a:solidFill>
                <a:latin typeface="Aptos"/>
                <a:ea typeface="Aptos"/>
                <a:cs typeface="Aptos"/>
              </a:defRPr>
            </a:lvl8pPr>
            <a:lvl9pPr>
              <a:defRPr sz="1150" b="1">
                <a:solidFill>
                  <a:srgbClr val="0D69B3"/>
                </a:solidFill>
                <a:latin typeface="Aptos"/>
                <a:ea typeface="Aptos"/>
                <a:cs typeface="Aptos"/>
              </a:defRPr>
            </a:lvl9pPr>
          </a:lstStyle>
          <a:p xmlns:a="http://schemas.openxmlformats.org/drawingml/2006/main">
            <a:pPr>
              <a:defRPr sz="1150" b="1">
                <a:solidFill>
                  <a:srgbClr val="0D69B3"/>
                </a:solidFill>
                <a:latin typeface="Aptos"/>
                <a:ea typeface="Aptos"/>
                <a:cs typeface="Aptos"/>
              </a:defRPr>
            </a:pPr>
            <a:r>
              <a:rPr sz="1150" b="1">
                <a:solidFill>
                  <a:srgbClr val="0D69B3"/>
                </a:solidFill>
                <a:latin typeface="Aptos"/>
                <a:ea typeface="Aptos"/>
                <a:cs typeface="Aptos"/>
              </a:rPr>
              <a:t>Approve</a:t>
            </a:r>
          </a:p>
        </p:txBody>
      </p:sp>
      <p:sp>
        <p:nvSpPr>
          <p:cNvPr id="27" name="">
            <a:extLst xmlns:a="http://schemas.openxmlformats.org/drawingml/2006/main">
              <a:ext uri="{FF2B5EF4-FFF2-40B4-BE49-F238E27FC236}">
                <a16:creationId xmlns:a16="http://schemas.microsoft.com/office/drawing/2014/main" id="{FB2AAFA2-198D-4EE0-AC31-6F856390D5A3}"/>
              </a:ext>
            </a:extLst>
          </p:cNvPr>
          <p:cNvSpPr>
            <a:spLocks xmlns:a="http://schemas.openxmlformats.org/drawingml/2006/main" noGrp="1"/>
          </p:cNvSpPr>
          <p:nvPr/>
        </p:nvSpPr>
        <p:spPr>
          <a:xfrm xmlns:a="http://schemas.openxmlformats.org/drawingml/2006/main">
            <a:off x="504000" y="6336000"/>
            <a:ext cx="20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Staff edit and approve messages.</a:t>
            </a:r>
          </a:p>
        </p:txBody>
      </p:sp>
      <p:sp>
        <p:nvSpPr>
          <p:cNvPr id="28" name="">
            <a:extLst xmlns:a="http://schemas.openxmlformats.org/drawingml/2006/main">
              <a:ext uri="{FF2B5EF4-FFF2-40B4-BE49-F238E27FC236}">
                <a16:creationId xmlns:a16="http://schemas.microsoft.com/office/drawing/2014/main" id="{80FB0AFB-744E-440D-BF55-1D47C8440105}"/>
              </a:ext>
            </a:extLst>
          </p:cNvPr>
          <p:cNvSpPr>
            <a:spLocks xmlns:a="http://schemas.openxmlformats.org/drawingml/2006/main" noGrp="1"/>
          </p:cNvSpPr>
          <p:nvPr/>
        </p:nvSpPr>
        <p:spPr>
          <a:xfrm xmlns:a="http://schemas.openxmlformats.org/drawingml/2006/main">
            <a:off x="2779200" y="6012000"/>
            <a:ext cx="28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F27323"/>
                </a:solidFill>
                <a:latin typeface="Aptos"/>
                <a:ea typeface="Aptos"/>
                <a:cs typeface="Aptos"/>
              </a:defRPr>
            </a:defPPr>
            <a:lvl1pPr>
              <a:defRPr sz="1000" b="1">
                <a:solidFill>
                  <a:srgbClr val="F27323"/>
                </a:solidFill>
                <a:latin typeface="Aptos"/>
                <a:ea typeface="Aptos"/>
                <a:cs typeface="Aptos"/>
              </a:defRPr>
            </a:lvl1pPr>
            <a:lvl2pPr>
              <a:defRPr sz="1000" b="1">
                <a:solidFill>
                  <a:srgbClr val="F27323"/>
                </a:solidFill>
                <a:latin typeface="Aptos"/>
                <a:ea typeface="Aptos"/>
                <a:cs typeface="Aptos"/>
              </a:defRPr>
            </a:lvl2pPr>
            <a:lvl3pPr>
              <a:defRPr sz="1000" b="1">
                <a:solidFill>
                  <a:srgbClr val="F27323"/>
                </a:solidFill>
                <a:latin typeface="Aptos"/>
                <a:ea typeface="Aptos"/>
                <a:cs typeface="Aptos"/>
              </a:defRPr>
            </a:lvl3pPr>
            <a:lvl4pPr>
              <a:defRPr sz="1000" b="1">
                <a:solidFill>
                  <a:srgbClr val="F27323"/>
                </a:solidFill>
                <a:latin typeface="Aptos"/>
                <a:ea typeface="Aptos"/>
                <a:cs typeface="Aptos"/>
              </a:defRPr>
            </a:lvl4pPr>
            <a:lvl5pPr>
              <a:defRPr sz="1000" b="1">
                <a:solidFill>
                  <a:srgbClr val="F27323"/>
                </a:solidFill>
                <a:latin typeface="Aptos"/>
                <a:ea typeface="Aptos"/>
                <a:cs typeface="Aptos"/>
              </a:defRPr>
            </a:lvl5pPr>
            <a:lvl6pPr>
              <a:defRPr sz="1000" b="1">
                <a:solidFill>
                  <a:srgbClr val="F27323"/>
                </a:solidFill>
                <a:latin typeface="Aptos"/>
                <a:ea typeface="Aptos"/>
                <a:cs typeface="Aptos"/>
              </a:defRPr>
            </a:lvl6pPr>
            <a:lvl7pPr>
              <a:defRPr sz="1000" b="1">
                <a:solidFill>
                  <a:srgbClr val="F27323"/>
                </a:solidFill>
                <a:latin typeface="Aptos"/>
                <a:ea typeface="Aptos"/>
                <a:cs typeface="Aptos"/>
              </a:defRPr>
            </a:lvl7pPr>
            <a:lvl8pPr>
              <a:defRPr sz="1000" b="1">
                <a:solidFill>
                  <a:srgbClr val="F27323"/>
                </a:solidFill>
                <a:latin typeface="Aptos"/>
                <a:ea typeface="Aptos"/>
                <a:cs typeface="Aptos"/>
              </a:defRPr>
            </a:lvl8pPr>
            <a:lvl9pPr>
              <a:defRPr sz="1000" b="1">
                <a:solidFill>
                  <a:srgbClr val="F27323"/>
                </a:solidFill>
                <a:latin typeface="Aptos"/>
                <a:ea typeface="Aptos"/>
                <a:cs typeface="Aptos"/>
              </a:defRPr>
            </a:lvl9pPr>
          </a:lstStyle>
          <a:p xmlns:a="http://schemas.openxmlformats.org/drawingml/2006/main">
            <a:pPr>
              <a:defRPr sz="1000" b="1">
                <a:solidFill>
                  <a:srgbClr val="F27323"/>
                </a:solidFill>
                <a:latin typeface="Aptos"/>
                <a:ea typeface="Aptos"/>
                <a:cs typeface="Aptos"/>
              </a:defRPr>
            </a:pPr>
            <a:r>
              <a:rPr sz="1000" b="1">
                <a:solidFill>
                  <a:srgbClr val="F27323"/>
                </a:solidFill>
                <a:latin typeface="Aptos"/>
                <a:ea typeface="Aptos"/>
                <a:cs typeface="Aptos"/>
              </a:rPr>
              <a:t>05</a:t>
            </a:r>
          </a:p>
        </p:txBody>
      </p:sp>
      <p:sp>
        <p:nvSpPr>
          <p:cNvPr id="29" name="">
            <a:extLst xmlns:a="http://schemas.openxmlformats.org/drawingml/2006/main">
              <a:ext uri="{FF2B5EF4-FFF2-40B4-BE49-F238E27FC236}">
                <a16:creationId xmlns:a16="http://schemas.microsoft.com/office/drawing/2014/main" id="{514B94CB-325C-4DEF-8FC3-44A5D88F3781}"/>
              </a:ext>
            </a:extLst>
          </p:cNvPr>
          <p:cNvSpPr>
            <a:spLocks xmlns:a="http://schemas.openxmlformats.org/drawingml/2006/main" noGrp="1"/>
          </p:cNvSpPr>
          <p:nvPr/>
        </p:nvSpPr>
        <p:spPr>
          <a:xfrm xmlns:a="http://schemas.openxmlformats.org/drawingml/2006/main">
            <a:off x="3103200" y="6012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50" b="1">
                <a:solidFill>
                  <a:srgbClr val="0D69B3"/>
                </a:solidFill>
                <a:latin typeface="Aptos"/>
                <a:ea typeface="Aptos"/>
                <a:cs typeface="Aptos"/>
              </a:defRPr>
            </a:defPPr>
            <a:lvl1pPr>
              <a:defRPr sz="1150" b="1">
                <a:solidFill>
                  <a:srgbClr val="0D69B3"/>
                </a:solidFill>
                <a:latin typeface="Aptos"/>
                <a:ea typeface="Aptos"/>
                <a:cs typeface="Aptos"/>
              </a:defRPr>
            </a:lvl1pPr>
            <a:lvl2pPr>
              <a:defRPr sz="1150" b="1">
                <a:solidFill>
                  <a:srgbClr val="0D69B3"/>
                </a:solidFill>
                <a:latin typeface="Aptos"/>
                <a:ea typeface="Aptos"/>
                <a:cs typeface="Aptos"/>
              </a:defRPr>
            </a:lvl2pPr>
            <a:lvl3pPr>
              <a:defRPr sz="1150" b="1">
                <a:solidFill>
                  <a:srgbClr val="0D69B3"/>
                </a:solidFill>
                <a:latin typeface="Aptos"/>
                <a:ea typeface="Aptos"/>
                <a:cs typeface="Aptos"/>
              </a:defRPr>
            </a:lvl3pPr>
            <a:lvl4pPr>
              <a:defRPr sz="1150" b="1">
                <a:solidFill>
                  <a:srgbClr val="0D69B3"/>
                </a:solidFill>
                <a:latin typeface="Aptos"/>
                <a:ea typeface="Aptos"/>
                <a:cs typeface="Aptos"/>
              </a:defRPr>
            </a:lvl4pPr>
            <a:lvl5pPr>
              <a:defRPr sz="1150" b="1">
                <a:solidFill>
                  <a:srgbClr val="0D69B3"/>
                </a:solidFill>
                <a:latin typeface="Aptos"/>
                <a:ea typeface="Aptos"/>
                <a:cs typeface="Aptos"/>
              </a:defRPr>
            </a:lvl5pPr>
            <a:lvl6pPr>
              <a:defRPr sz="1150" b="1">
                <a:solidFill>
                  <a:srgbClr val="0D69B3"/>
                </a:solidFill>
                <a:latin typeface="Aptos"/>
                <a:ea typeface="Aptos"/>
                <a:cs typeface="Aptos"/>
              </a:defRPr>
            </a:lvl6pPr>
            <a:lvl7pPr>
              <a:defRPr sz="1150" b="1">
                <a:solidFill>
                  <a:srgbClr val="0D69B3"/>
                </a:solidFill>
                <a:latin typeface="Aptos"/>
                <a:ea typeface="Aptos"/>
                <a:cs typeface="Aptos"/>
              </a:defRPr>
            </a:lvl7pPr>
            <a:lvl8pPr>
              <a:defRPr sz="1150" b="1">
                <a:solidFill>
                  <a:srgbClr val="0D69B3"/>
                </a:solidFill>
                <a:latin typeface="Aptos"/>
                <a:ea typeface="Aptos"/>
                <a:cs typeface="Aptos"/>
              </a:defRPr>
            </a:lvl8pPr>
            <a:lvl9pPr>
              <a:defRPr sz="1150" b="1">
                <a:solidFill>
                  <a:srgbClr val="0D69B3"/>
                </a:solidFill>
                <a:latin typeface="Aptos"/>
                <a:ea typeface="Aptos"/>
                <a:cs typeface="Aptos"/>
              </a:defRPr>
            </a:lvl9pPr>
          </a:lstStyle>
          <a:p xmlns:a="http://schemas.openxmlformats.org/drawingml/2006/main">
            <a:pPr>
              <a:defRPr sz="1150" b="1">
                <a:solidFill>
                  <a:srgbClr val="0D69B3"/>
                </a:solidFill>
                <a:latin typeface="Aptos"/>
                <a:ea typeface="Aptos"/>
                <a:cs typeface="Aptos"/>
              </a:defRPr>
            </a:pPr>
            <a:r>
              <a:rPr sz="1150" b="1">
                <a:solidFill>
                  <a:srgbClr val="0D69B3"/>
                </a:solidFill>
                <a:latin typeface="Aptos"/>
                <a:ea typeface="Aptos"/>
                <a:cs typeface="Aptos"/>
              </a:rPr>
              <a:t>Coordinate</a:t>
            </a:r>
          </a:p>
        </p:txBody>
      </p:sp>
      <p:sp>
        <p:nvSpPr>
          <p:cNvPr id="30" name="">
            <a:extLst xmlns:a="http://schemas.openxmlformats.org/drawingml/2006/main">
              <a:ext uri="{FF2B5EF4-FFF2-40B4-BE49-F238E27FC236}">
                <a16:creationId xmlns:a16="http://schemas.microsoft.com/office/drawing/2014/main" id="{D07CC068-E301-47AF-AEBE-9F29FDE31451}"/>
              </a:ext>
            </a:extLst>
          </p:cNvPr>
          <p:cNvSpPr>
            <a:spLocks xmlns:a="http://schemas.openxmlformats.org/drawingml/2006/main" noGrp="1"/>
          </p:cNvSpPr>
          <p:nvPr/>
        </p:nvSpPr>
        <p:spPr>
          <a:xfrm xmlns:a="http://schemas.openxmlformats.org/drawingml/2006/main">
            <a:off x="2779200" y="6336000"/>
            <a:ext cx="20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Customer replies and ticket drafts.</a:t>
            </a:r>
          </a:p>
        </p:txBody>
      </p:sp>
      <p:sp>
        <p:nvSpPr>
          <p:cNvPr id="31" name="">
            <a:extLst xmlns:a="http://schemas.openxmlformats.org/drawingml/2006/main">
              <a:ext uri="{FF2B5EF4-FFF2-40B4-BE49-F238E27FC236}">
                <a16:creationId xmlns:a16="http://schemas.microsoft.com/office/drawing/2014/main" id="{67E324EB-F369-400F-A35E-65155D28AE40}"/>
              </a:ext>
            </a:extLst>
          </p:cNvPr>
          <p:cNvSpPr>
            <a:spLocks xmlns:a="http://schemas.openxmlformats.org/drawingml/2006/main" noGrp="1"/>
          </p:cNvSpPr>
          <p:nvPr/>
        </p:nvSpPr>
        <p:spPr>
          <a:xfrm xmlns:a="http://schemas.openxmlformats.org/drawingml/2006/main">
            <a:off x="5054400" y="6012000"/>
            <a:ext cx="28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F27323"/>
                </a:solidFill>
                <a:latin typeface="Aptos"/>
                <a:ea typeface="Aptos"/>
                <a:cs typeface="Aptos"/>
              </a:defRPr>
            </a:defPPr>
            <a:lvl1pPr>
              <a:defRPr sz="1000" b="1">
                <a:solidFill>
                  <a:srgbClr val="F27323"/>
                </a:solidFill>
                <a:latin typeface="Aptos"/>
                <a:ea typeface="Aptos"/>
                <a:cs typeface="Aptos"/>
              </a:defRPr>
            </a:lvl1pPr>
            <a:lvl2pPr>
              <a:defRPr sz="1000" b="1">
                <a:solidFill>
                  <a:srgbClr val="F27323"/>
                </a:solidFill>
                <a:latin typeface="Aptos"/>
                <a:ea typeface="Aptos"/>
                <a:cs typeface="Aptos"/>
              </a:defRPr>
            </a:lvl2pPr>
            <a:lvl3pPr>
              <a:defRPr sz="1000" b="1">
                <a:solidFill>
                  <a:srgbClr val="F27323"/>
                </a:solidFill>
                <a:latin typeface="Aptos"/>
                <a:ea typeface="Aptos"/>
                <a:cs typeface="Aptos"/>
              </a:defRPr>
            </a:lvl3pPr>
            <a:lvl4pPr>
              <a:defRPr sz="1000" b="1">
                <a:solidFill>
                  <a:srgbClr val="F27323"/>
                </a:solidFill>
                <a:latin typeface="Aptos"/>
                <a:ea typeface="Aptos"/>
                <a:cs typeface="Aptos"/>
              </a:defRPr>
            </a:lvl4pPr>
            <a:lvl5pPr>
              <a:defRPr sz="1000" b="1">
                <a:solidFill>
                  <a:srgbClr val="F27323"/>
                </a:solidFill>
                <a:latin typeface="Aptos"/>
                <a:ea typeface="Aptos"/>
                <a:cs typeface="Aptos"/>
              </a:defRPr>
            </a:lvl5pPr>
            <a:lvl6pPr>
              <a:defRPr sz="1000" b="1">
                <a:solidFill>
                  <a:srgbClr val="F27323"/>
                </a:solidFill>
                <a:latin typeface="Aptos"/>
                <a:ea typeface="Aptos"/>
                <a:cs typeface="Aptos"/>
              </a:defRPr>
            </a:lvl6pPr>
            <a:lvl7pPr>
              <a:defRPr sz="1000" b="1">
                <a:solidFill>
                  <a:srgbClr val="F27323"/>
                </a:solidFill>
                <a:latin typeface="Aptos"/>
                <a:ea typeface="Aptos"/>
                <a:cs typeface="Aptos"/>
              </a:defRPr>
            </a:lvl7pPr>
            <a:lvl8pPr>
              <a:defRPr sz="1000" b="1">
                <a:solidFill>
                  <a:srgbClr val="F27323"/>
                </a:solidFill>
                <a:latin typeface="Aptos"/>
                <a:ea typeface="Aptos"/>
                <a:cs typeface="Aptos"/>
              </a:defRPr>
            </a:lvl8pPr>
            <a:lvl9pPr>
              <a:defRPr sz="1000" b="1">
                <a:solidFill>
                  <a:srgbClr val="F27323"/>
                </a:solidFill>
                <a:latin typeface="Aptos"/>
                <a:ea typeface="Aptos"/>
                <a:cs typeface="Aptos"/>
              </a:defRPr>
            </a:lvl9pPr>
          </a:lstStyle>
          <a:p xmlns:a="http://schemas.openxmlformats.org/drawingml/2006/main">
            <a:pPr>
              <a:defRPr sz="1000" b="1">
                <a:solidFill>
                  <a:srgbClr val="F27323"/>
                </a:solidFill>
                <a:latin typeface="Aptos"/>
                <a:ea typeface="Aptos"/>
                <a:cs typeface="Aptos"/>
              </a:defRPr>
            </a:pPr>
            <a:r>
              <a:rPr sz="1000" b="1">
                <a:solidFill>
                  <a:srgbClr val="F27323"/>
                </a:solidFill>
                <a:latin typeface="Aptos"/>
                <a:ea typeface="Aptos"/>
                <a:cs typeface="Aptos"/>
              </a:rPr>
              <a:t>06</a:t>
            </a:r>
          </a:p>
        </p:txBody>
      </p:sp>
      <p:sp>
        <p:nvSpPr>
          <p:cNvPr id="32" name="">
            <a:extLst xmlns:a="http://schemas.openxmlformats.org/drawingml/2006/main">
              <a:ext uri="{FF2B5EF4-FFF2-40B4-BE49-F238E27FC236}">
                <a16:creationId xmlns:a16="http://schemas.microsoft.com/office/drawing/2014/main" id="{BE21B791-8567-4D10-A6DA-971854714B37}"/>
              </a:ext>
            </a:extLst>
          </p:cNvPr>
          <p:cNvSpPr>
            <a:spLocks xmlns:a="http://schemas.openxmlformats.org/drawingml/2006/main" noGrp="1"/>
          </p:cNvSpPr>
          <p:nvPr/>
        </p:nvSpPr>
        <p:spPr>
          <a:xfrm xmlns:a="http://schemas.openxmlformats.org/drawingml/2006/main">
            <a:off x="5378400" y="6012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50" b="1">
                <a:solidFill>
                  <a:srgbClr val="0D69B3"/>
                </a:solidFill>
                <a:latin typeface="Aptos"/>
                <a:ea typeface="Aptos"/>
                <a:cs typeface="Aptos"/>
              </a:defRPr>
            </a:defPPr>
            <a:lvl1pPr>
              <a:defRPr sz="1150" b="1">
                <a:solidFill>
                  <a:srgbClr val="0D69B3"/>
                </a:solidFill>
                <a:latin typeface="Aptos"/>
                <a:ea typeface="Aptos"/>
                <a:cs typeface="Aptos"/>
              </a:defRPr>
            </a:lvl1pPr>
            <a:lvl2pPr>
              <a:defRPr sz="1150" b="1">
                <a:solidFill>
                  <a:srgbClr val="0D69B3"/>
                </a:solidFill>
                <a:latin typeface="Aptos"/>
                <a:ea typeface="Aptos"/>
                <a:cs typeface="Aptos"/>
              </a:defRPr>
            </a:lvl2pPr>
            <a:lvl3pPr>
              <a:defRPr sz="1150" b="1">
                <a:solidFill>
                  <a:srgbClr val="0D69B3"/>
                </a:solidFill>
                <a:latin typeface="Aptos"/>
                <a:ea typeface="Aptos"/>
                <a:cs typeface="Aptos"/>
              </a:defRPr>
            </a:lvl3pPr>
            <a:lvl4pPr>
              <a:defRPr sz="1150" b="1">
                <a:solidFill>
                  <a:srgbClr val="0D69B3"/>
                </a:solidFill>
                <a:latin typeface="Aptos"/>
                <a:ea typeface="Aptos"/>
                <a:cs typeface="Aptos"/>
              </a:defRPr>
            </a:lvl4pPr>
            <a:lvl5pPr>
              <a:defRPr sz="1150" b="1">
                <a:solidFill>
                  <a:srgbClr val="0D69B3"/>
                </a:solidFill>
                <a:latin typeface="Aptos"/>
                <a:ea typeface="Aptos"/>
                <a:cs typeface="Aptos"/>
              </a:defRPr>
            </a:lvl5pPr>
            <a:lvl6pPr>
              <a:defRPr sz="1150" b="1">
                <a:solidFill>
                  <a:srgbClr val="0D69B3"/>
                </a:solidFill>
                <a:latin typeface="Aptos"/>
                <a:ea typeface="Aptos"/>
                <a:cs typeface="Aptos"/>
              </a:defRPr>
            </a:lvl6pPr>
            <a:lvl7pPr>
              <a:defRPr sz="1150" b="1">
                <a:solidFill>
                  <a:srgbClr val="0D69B3"/>
                </a:solidFill>
                <a:latin typeface="Aptos"/>
                <a:ea typeface="Aptos"/>
                <a:cs typeface="Aptos"/>
              </a:defRPr>
            </a:lvl7pPr>
            <a:lvl8pPr>
              <a:defRPr sz="1150" b="1">
                <a:solidFill>
                  <a:srgbClr val="0D69B3"/>
                </a:solidFill>
                <a:latin typeface="Aptos"/>
                <a:ea typeface="Aptos"/>
                <a:cs typeface="Aptos"/>
              </a:defRPr>
            </a:lvl8pPr>
            <a:lvl9pPr>
              <a:defRPr sz="1150" b="1">
                <a:solidFill>
                  <a:srgbClr val="0D69B3"/>
                </a:solidFill>
                <a:latin typeface="Aptos"/>
                <a:ea typeface="Aptos"/>
                <a:cs typeface="Aptos"/>
              </a:defRPr>
            </a:lvl9pPr>
          </a:lstStyle>
          <a:p xmlns:a="http://schemas.openxmlformats.org/drawingml/2006/main">
            <a:pPr>
              <a:defRPr sz="1150" b="1">
                <a:solidFill>
                  <a:srgbClr val="0D69B3"/>
                </a:solidFill>
                <a:latin typeface="Aptos"/>
                <a:ea typeface="Aptos"/>
                <a:cs typeface="Aptos"/>
              </a:defRPr>
            </a:pPr>
            <a:r>
              <a:rPr sz="1150" b="1">
                <a:solidFill>
                  <a:srgbClr val="0D69B3"/>
                </a:solidFill>
                <a:latin typeface="Aptos"/>
                <a:ea typeface="Aptos"/>
                <a:cs typeface="Aptos"/>
              </a:rPr>
              <a:t>Evaluate</a:t>
            </a:r>
          </a:p>
        </p:txBody>
      </p:sp>
      <p:sp>
        <p:nvSpPr>
          <p:cNvPr id="33" name="">
            <a:extLst xmlns:a="http://schemas.openxmlformats.org/drawingml/2006/main">
              <a:ext uri="{FF2B5EF4-FFF2-40B4-BE49-F238E27FC236}">
                <a16:creationId xmlns:a16="http://schemas.microsoft.com/office/drawing/2014/main" id="{D910356C-6027-4F09-9055-151DB229CD51}"/>
              </a:ext>
            </a:extLst>
          </p:cNvPr>
          <p:cNvSpPr>
            <a:spLocks xmlns:a="http://schemas.openxmlformats.org/drawingml/2006/main" noGrp="1"/>
          </p:cNvSpPr>
          <p:nvPr/>
        </p:nvSpPr>
        <p:spPr>
          <a:xfrm xmlns:a="http://schemas.openxmlformats.org/drawingml/2006/main">
            <a:off x="5054400" y="6336000"/>
            <a:ext cx="20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Full-period outcomes and costs.</a:t>
            </a:r>
          </a:p>
        </p:txBody>
      </p:sp>
      <p:sp>
        <p:nvSpPr>
          <p:cNvPr id="34" name="">
            <a:extLst xmlns:a="http://schemas.openxmlformats.org/drawingml/2006/main">
              <a:ext uri="{FF2B5EF4-FFF2-40B4-BE49-F238E27FC236}">
                <a16:creationId xmlns:a16="http://schemas.microsoft.com/office/drawing/2014/main" id="{1F767D3C-E0CB-4A12-B8E5-315D64A9BC52}"/>
              </a:ext>
            </a:extLst>
          </p:cNvPr>
          <p:cNvSpPr>
            <a:spLocks xmlns:a="http://schemas.openxmlformats.org/drawingml/2006/main" noGrp="1"/>
          </p:cNvSpPr>
          <p:nvPr/>
        </p:nvSpPr>
        <p:spPr>
          <a:xfrm xmlns:a="http://schemas.openxmlformats.org/drawingml/2006/main">
            <a:off x="504000" y="6984000"/>
            <a:ext cx="6552000" cy="9000"/>
          </a:xfrm>
          <a:prstGeom xmlns:a="http://schemas.openxmlformats.org/drawingml/2006/main" prst="rect">
            <a:avLst/>
          </a:prstGeom>
          <a:solidFill xmlns:a="http://schemas.openxmlformats.org/drawingml/2006/main">
            <a:srgbClr val="DAE3EB"/>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F621AC5-CDAD-41BF-9DCD-134E943F4604}"/>
              </a:ext>
            </a:extLst>
          </p:cNvPr>
          <p:cNvSpPr>
            <a:spLocks xmlns:a="http://schemas.openxmlformats.org/drawingml/2006/main" noGrp="1"/>
          </p:cNvSpPr>
          <p:nvPr/>
        </p:nvSpPr>
        <p:spPr>
          <a:xfrm xmlns:a="http://schemas.openxmlformats.org/drawingml/2006/main">
            <a:off x="504000" y="7200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Prototype capabilities</a:t>
            </a:r>
          </a:p>
        </p:txBody>
      </p:sp>
      <p:sp>
        <p:nvSpPr>
          <p:cNvPr id="36" name="">
            <a:extLst xmlns:a="http://schemas.openxmlformats.org/drawingml/2006/main">
              <a:ext uri="{FF2B5EF4-FFF2-40B4-BE49-F238E27FC236}">
                <a16:creationId xmlns:a16="http://schemas.microsoft.com/office/drawing/2014/main" id="{8C9EA864-220F-4385-8FA6-C4489943F30E}"/>
              </a:ext>
            </a:extLst>
          </p:cNvPr>
          <p:cNvSpPr>
            <a:spLocks xmlns:a="http://schemas.openxmlformats.org/drawingml/2006/main" noGrp="1"/>
          </p:cNvSpPr>
          <p:nvPr/>
        </p:nvSpPr>
        <p:spPr>
          <a:xfrm xmlns:a="http://schemas.openxmlformats.org/drawingml/2006/main">
            <a:off x="504000" y="7596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142C48"/>
                </a:solidFill>
                <a:latin typeface="Aptos"/>
                <a:ea typeface="Aptos"/>
                <a:cs typeface="Aptos"/>
              </a:defRPr>
            </a:defPPr>
            <a:lvl1pPr>
              <a:defRPr sz="1050" b="1">
                <a:solidFill>
                  <a:srgbClr val="142C48"/>
                </a:solidFill>
                <a:latin typeface="Aptos"/>
                <a:ea typeface="Aptos"/>
                <a:cs typeface="Aptos"/>
              </a:defRPr>
            </a:lvl1pPr>
            <a:lvl2pPr>
              <a:defRPr sz="1050" b="1">
                <a:solidFill>
                  <a:srgbClr val="142C48"/>
                </a:solidFill>
                <a:latin typeface="Aptos"/>
                <a:ea typeface="Aptos"/>
                <a:cs typeface="Aptos"/>
              </a:defRPr>
            </a:lvl2pPr>
            <a:lvl3pPr>
              <a:defRPr sz="1050" b="1">
                <a:solidFill>
                  <a:srgbClr val="142C48"/>
                </a:solidFill>
                <a:latin typeface="Aptos"/>
                <a:ea typeface="Aptos"/>
                <a:cs typeface="Aptos"/>
              </a:defRPr>
            </a:lvl3pPr>
            <a:lvl4pPr>
              <a:defRPr sz="1050" b="1">
                <a:solidFill>
                  <a:srgbClr val="142C48"/>
                </a:solidFill>
                <a:latin typeface="Aptos"/>
                <a:ea typeface="Aptos"/>
                <a:cs typeface="Aptos"/>
              </a:defRPr>
            </a:lvl4pPr>
            <a:lvl5pPr>
              <a:defRPr sz="1050" b="1">
                <a:solidFill>
                  <a:srgbClr val="142C48"/>
                </a:solidFill>
                <a:latin typeface="Aptos"/>
                <a:ea typeface="Aptos"/>
                <a:cs typeface="Aptos"/>
              </a:defRPr>
            </a:lvl5pPr>
            <a:lvl6pPr>
              <a:defRPr sz="1050" b="1">
                <a:solidFill>
                  <a:srgbClr val="142C48"/>
                </a:solidFill>
                <a:latin typeface="Aptos"/>
                <a:ea typeface="Aptos"/>
                <a:cs typeface="Aptos"/>
              </a:defRPr>
            </a:lvl6pPr>
            <a:lvl7pPr>
              <a:defRPr sz="1050" b="1">
                <a:solidFill>
                  <a:srgbClr val="142C48"/>
                </a:solidFill>
                <a:latin typeface="Aptos"/>
                <a:ea typeface="Aptos"/>
                <a:cs typeface="Aptos"/>
              </a:defRPr>
            </a:lvl7pPr>
            <a:lvl8pPr>
              <a:defRPr sz="1050" b="1">
                <a:solidFill>
                  <a:srgbClr val="142C48"/>
                </a:solidFill>
                <a:latin typeface="Aptos"/>
                <a:ea typeface="Aptos"/>
                <a:cs typeface="Aptos"/>
              </a:defRPr>
            </a:lvl8pPr>
            <a:lvl9pPr>
              <a:defRPr sz="1050" b="1">
                <a:solidFill>
                  <a:srgbClr val="142C48"/>
                </a:solidFill>
                <a:latin typeface="Aptos"/>
                <a:ea typeface="Aptos"/>
                <a:cs typeface="Aptos"/>
              </a:defRPr>
            </a:lvl9pPr>
          </a:lstStyle>
          <a:p xmlns:a="http://schemas.openxmlformats.org/drawingml/2006/main">
            <a:pPr>
              <a:defRPr sz="1050" b="1">
                <a:solidFill>
                  <a:srgbClr val="142C48"/>
                </a:solidFill>
                <a:latin typeface="Aptos"/>
                <a:ea typeface="Aptos"/>
                <a:cs typeface="Aptos"/>
              </a:defRPr>
            </a:pPr>
            <a:r>
              <a:rPr sz="1050" b="1">
                <a:solidFill>
                  <a:srgbClr val="142C48"/>
                </a:solidFill>
                <a:latin typeface="Aptos"/>
                <a:ea typeface="Aptos"/>
                <a:cs typeface="Aptos"/>
              </a:rPr>
              <a:t>AI explanation, chat and call</a:t>
            </a:r>
          </a:p>
        </p:txBody>
      </p:sp>
      <p:sp>
        <p:nvSpPr>
          <p:cNvPr id="37" name="">
            <a:extLst xmlns:a="http://schemas.openxmlformats.org/drawingml/2006/main">
              <a:ext uri="{FF2B5EF4-FFF2-40B4-BE49-F238E27FC236}">
                <a16:creationId xmlns:a16="http://schemas.microsoft.com/office/drawing/2014/main" id="{458D9956-F89F-4713-9ED5-C260B149C055}"/>
              </a:ext>
            </a:extLst>
          </p:cNvPr>
          <p:cNvSpPr>
            <a:spLocks xmlns:a="http://schemas.openxmlformats.org/drawingml/2006/main" noGrp="1"/>
          </p:cNvSpPr>
          <p:nvPr/>
        </p:nvSpPr>
        <p:spPr>
          <a:xfrm xmlns:a="http://schemas.openxmlformats.org/drawingml/2006/main">
            <a:off x="504000" y="7812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Ground drafts in dated facts, conversation and approved guidance.</a:t>
            </a:r>
          </a:p>
        </p:txBody>
      </p:sp>
      <p:sp>
        <p:nvSpPr>
          <p:cNvPr id="38" name="">
            <a:extLst xmlns:a="http://schemas.openxmlformats.org/drawingml/2006/main">
              <a:ext uri="{FF2B5EF4-FFF2-40B4-BE49-F238E27FC236}">
                <a16:creationId xmlns:a16="http://schemas.microsoft.com/office/drawing/2014/main" id="{0212646A-5FF3-4C7D-8529-33EEC4E8BC94}"/>
              </a:ext>
            </a:extLst>
          </p:cNvPr>
          <p:cNvSpPr>
            <a:spLocks xmlns:a="http://schemas.openxmlformats.org/drawingml/2006/main" noGrp="1"/>
          </p:cNvSpPr>
          <p:nvPr/>
        </p:nvSpPr>
        <p:spPr>
          <a:xfrm xmlns:a="http://schemas.openxmlformats.org/drawingml/2006/main">
            <a:off x="504000" y="8100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142C48"/>
                </a:solidFill>
                <a:latin typeface="Aptos"/>
                <a:ea typeface="Aptos"/>
                <a:cs typeface="Aptos"/>
              </a:defRPr>
            </a:defPPr>
            <a:lvl1pPr>
              <a:defRPr sz="1050" b="1">
                <a:solidFill>
                  <a:srgbClr val="142C48"/>
                </a:solidFill>
                <a:latin typeface="Aptos"/>
                <a:ea typeface="Aptos"/>
                <a:cs typeface="Aptos"/>
              </a:defRPr>
            </a:lvl1pPr>
            <a:lvl2pPr>
              <a:defRPr sz="1050" b="1">
                <a:solidFill>
                  <a:srgbClr val="142C48"/>
                </a:solidFill>
                <a:latin typeface="Aptos"/>
                <a:ea typeface="Aptos"/>
                <a:cs typeface="Aptos"/>
              </a:defRPr>
            </a:lvl2pPr>
            <a:lvl3pPr>
              <a:defRPr sz="1050" b="1">
                <a:solidFill>
                  <a:srgbClr val="142C48"/>
                </a:solidFill>
                <a:latin typeface="Aptos"/>
                <a:ea typeface="Aptos"/>
                <a:cs typeface="Aptos"/>
              </a:defRPr>
            </a:lvl3pPr>
            <a:lvl4pPr>
              <a:defRPr sz="1050" b="1">
                <a:solidFill>
                  <a:srgbClr val="142C48"/>
                </a:solidFill>
                <a:latin typeface="Aptos"/>
                <a:ea typeface="Aptos"/>
                <a:cs typeface="Aptos"/>
              </a:defRPr>
            </a:lvl4pPr>
            <a:lvl5pPr>
              <a:defRPr sz="1050" b="1">
                <a:solidFill>
                  <a:srgbClr val="142C48"/>
                </a:solidFill>
                <a:latin typeface="Aptos"/>
                <a:ea typeface="Aptos"/>
                <a:cs typeface="Aptos"/>
              </a:defRPr>
            </a:lvl5pPr>
            <a:lvl6pPr>
              <a:defRPr sz="1050" b="1">
                <a:solidFill>
                  <a:srgbClr val="142C48"/>
                </a:solidFill>
                <a:latin typeface="Aptos"/>
                <a:ea typeface="Aptos"/>
                <a:cs typeface="Aptos"/>
              </a:defRPr>
            </a:lvl6pPr>
            <a:lvl7pPr>
              <a:defRPr sz="1050" b="1">
                <a:solidFill>
                  <a:srgbClr val="142C48"/>
                </a:solidFill>
                <a:latin typeface="Aptos"/>
                <a:ea typeface="Aptos"/>
                <a:cs typeface="Aptos"/>
              </a:defRPr>
            </a:lvl7pPr>
            <a:lvl8pPr>
              <a:defRPr sz="1050" b="1">
                <a:solidFill>
                  <a:srgbClr val="142C48"/>
                </a:solidFill>
                <a:latin typeface="Aptos"/>
                <a:ea typeface="Aptos"/>
                <a:cs typeface="Aptos"/>
              </a:defRPr>
            </a:lvl8pPr>
            <a:lvl9pPr>
              <a:defRPr sz="1050" b="1">
                <a:solidFill>
                  <a:srgbClr val="142C48"/>
                </a:solidFill>
                <a:latin typeface="Aptos"/>
                <a:ea typeface="Aptos"/>
                <a:cs typeface="Aptos"/>
              </a:defRPr>
            </a:lvl9pPr>
          </a:lstStyle>
          <a:p xmlns:a="http://schemas.openxmlformats.org/drawingml/2006/main">
            <a:pPr>
              <a:defRPr sz="1050" b="1">
                <a:solidFill>
                  <a:srgbClr val="142C48"/>
                </a:solidFill>
                <a:latin typeface="Aptos"/>
                <a:ea typeface="Aptos"/>
                <a:cs typeface="Aptos"/>
              </a:defRPr>
            </a:pPr>
            <a:r>
              <a:rPr sz="1050" b="1">
                <a:solidFill>
                  <a:srgbClr val="142C48"/>
                </a:solidFill>
                <a:latin typeface="Aptos"/>
                <a:ea typeface="Aptos"/>
                <a:cs typeface="Aptos"/>
              </a:rPr>
              <a:t>Chat-to-Ticket</a:t>
            </a:r>
          </a:p>
        </p:txBody>
      </p:sp>
      <p:sp>
        <p:nvSpPr>
          <p:cNvPr id="39" name="">
            <a:extLst xmlns:a="http://schemas.openxmlformats.org/drawingml/2006/main">
              <a:ext uri="{FF2B5EF4-FFF2-40B4-BE49-F238E27FC236}">
                <a16:creationId xmlns:a16="http://schemas.microsoft.com/office/drawing/2014/main" id="{67CAC963-3F33-4733-9F6D-03E15E6CEC94}"/>
              </a:ext>
            </a:extLst>
          </p:cNvPr>
          <p:cNvSpPr>
            <a:spLocks xmlns:a="http://schemas.openxmlformats.org/drawingml/2006/main" noGrp="1"/>
          </p:cNvSpPr>
          <p:nvPr/>
        </p:nvSpPr>
        <p:spPr>
          <a:xfrm xmlns:a="http://schemas.openxmlformats.org/drawingml/2006/main">
            <a:off x="504000" y="8316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Extract the issue and chat evidence; staff edit and submit.</a:t>
            </a:r>
          </a:p>
        </p:txBody>
      </p:sp>
      <p:sp>
        <p:nvSpPr>
          <p:cNvPr id="40" name="">
            <a:extLst xmlns:a="http://schemas.openxmlformats.org/drawingml/2006/main">
              <a:ext uri="{FF2B5EF4-FFF2-40B4-BE49-F238E27FC236}">
                <a16:creationId xmlns:a16="http://schemas.microsoft.com/office/drawing/2014/main" id="{B41029F1-7D5E-4A9C-A62A-2169A04408C7}"/>
              </a:ext>
            </a:extLst>
          </p:cNvPr>
          <p:cNvSpPr>
            <a:spLocks xmlns:a="http://schemas.openxmlformats.org/drawingml/2006/main" noGrp="1"/>
          </p:cNvSpPr>
          <p:nvPr/>
        </p:nvSpPr>
        <p:spPr>
          <a:xfrm xmlns:a="http://schemas.openxmlformats.org/drawingml/2006/main">
            <a:off x="504000" y="8604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142C48"/>
                </a:solidFill>
                <a:latin typeface="Aptos"/>
                <a:ea typeface="Aptos"/>
                <a:cs typeface="Aptos"/>
              </a:defRPr>
            </a:defPPr>
            <a:lvl1pPr>
              <a:defRPr sz="1050" b="1">
                <a:solidFill>
                  <a:srgbClr val="142C48"/>
                </a:solidFill>
                <a:latin typeface="Aptos"/>
                <a:ea typeface="Aptos"/>
                <a:cs typeface="Aptos"/>
              </a:defRPr>
            </a:lvl1pPr>
            <a:lvl2pPr>
              <a:defRPr sz="1050" b="1">
                <a:solidFill>
                  <a:srgbClr val="142C48"/>
                </a:solidFill>
                <a:latin typeface="Aptos"/>
                <a:ea typeface="Aptos"/>
                <a:cs typeface="Aptos"/>
              </a:defRPr>
            </a:lvl2pPr>
            <a:lvl3pPr>
              <a:defRPr sz="1050" b="1">
                <a:solidFill>
                  <a:srgbClr val="142C48"/>
                </a:solidFill>
                <a:latin typeface="Aptos"/>
                <a:ea typeface="Aptos"/>
                <a:cs typeface="Aptos"/>
              </a:defRPr>
            </a:lvl3pPr>
            <a:lvl4pPr>
              <a:defRPr sz="1050" b="1">
                <a:solidFill>
                  <a:srgbClr val="142C48"/>
                </a:solidFill>
                <a:latin typeface="Aptos"/>
                <a:ea typeface="Aptos"/>
                <a:cs typeface="Aptos"/>
              </a:defRPr>
            </a:lvl4pPr>
            <a:lvl5pPr>
              <a:defRPr sz="1050" b="1">
                <a:solidFill>
                  <a:srgbClr val="142C48"/>
                </a:solidFill>
                <a:latin typeface="Aptos"/>
                <a:ea typeface="Aptos"/>
                <a:cs typeface="Aptos"/>
              </a:defRPr>
            </a:lvl5pPr>
            <a:lvl6pPr>
              <a:defRPr sz="1050" b="1">
                <a:solidFill>
                  <a:srgbClr val="142C48"/>
                </a:solidFill>
                <a:latin typeface="Aptos"/>
                <a:ea typeface="Aptos"/>
                <a:cs typeface="Aptos"/>
              </a:defRPr>
            </a:lvl6pPr>
            <a:lvl7pPr>
              <a:defRPr sz="1050" b="1">
                <a:solidFill>
                  <a:srgbClr val="142C48"/>
                </a:solidFill>
                <a:latin typeface="Aptos"/>
                <a:ea typeface="Aptos"/>
                <a:cs typeface="Aptos"/>
              </a:defRPr>
            </a:lvl7pPr>
            <a:lvl8pPr>
              <a:defRPr sz="1050" b="1">
                <a:solidFill>
                  <a:srgbClr val="142C48"/>
                </a:solidFill>
                <a:latin typeface="Aptos"/>
                <a:ea typeface="Aptos"/>
                <a:cs typeface="Aptos"/>
              </a:defRPr>
            </a:lvl8pPr>
            <a:lvl9pPr>
              <a:defRPr sz="1050" b="1">
                <a:solidFill>
                  <a:srgbClr val="142C48"/>
                </a:solidFill>
                <a:latin typeface="Aptos"/>
                <a:ea typeface="Aptos"/>
                <a:cs typeface="Aptos"/>
              </a:defRPr>
            </a:lvl9pPr>
          </a:lstStyle>
          <a:p xmlns:a="http://schemas.openxmlformats.org/drawingml/2006/main">
            <a:pPr>
              <a:defRPr sz="1050" b="1">
                <a:solidFill>
                  <a:srgbClr val="142C48"/>
                </a:solidFill>
                <a:latin typeface="Aptos"/>
                <a:ea typeface="Aptos"/>
                <a:cs typeface="Aptos"/>
              </a:defRPr>
            </a:pPr>
            <a:r>
              <a:rPr sz="1050" b="1">
                <a:solidFill>
                  <a:srgbClr val="142C48"/>
                </a:solidFill>
                <a:latin typeface="Aptos"/>
                <a:ea typeface="Aptos"/>
                <a:cs typeface="Aptos"/>
              </a:rPr>
              <a:t>Supervisor dashboard and assignment</a:t>
            </a:r>
          </a:p>
        </p:txBody>
      </p:sp>
      <p:sp>
        <p:nvSpPr>
          <p:cNvPr id="41" name="">
            <a:extLst xmlns:a="http://schemas.openxmlformats.org/drawingml/2006/main">
              <a:ext uri="{FF2B5EF4-FFF2-40B4-BE49-F238E27FC236}">
                <a16:creationId xmlns:a16="http://schemas.microsoft.com/office/drawing/2014/main" id="{9E41E171-9CA6-485A-8C93-762FE8365B28}"/>
              </a:ext>
            </a:extLst>
          </p:cNvPr>
          <p:cNvSpPr>
            <a:spLocks xmlns:a="http://schemas.openxmlformats.org/drawingml/2006/main" noGrp="1"/>
          </p:cNvSpPr>
          <p:nvPr/>
        </p:nvSpPr>
        <p:spPr>
          <a:xfrm xmlns:a="http://schemas.openxmlformats.org/drawingml/2006/main">
            <a:off x="504000" y="8820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Monitor workload; preview Manual, Round-robin or Weighted allocation.</a:t>
            </a:r>
          </a:p>
        </p:txBody>
      </p:sp>
      <p:sp>
        <p:nvSpPr>
          <p:cNvPr id="42" name="">
            <a:extLst xmlns:a="http://schemas.openxmlformats.org/drawingml/2006/main">
              <a:ext uri="{FF2B5EF4-FFF2-40B4-BE49-F238E27FC236}">
                <a16:creationId xmlns:a16="http://schemas.microsoft.com/office/drawing/2014/main" id="{5DB04DD3-96FD-4CA5-8F1D-8732328C0EC9}"/>
              </a:ext>
            </a:extLst>
          </p:cNvPr>
          <p:cNvSpPr>
            <a:spLocks xmlns:a="http://schemas.openxmlformats.org/drawingml/2006/main" noGrp="1"/>
          </p:cNvSpPr>
          <p:nvPr/>
        </p:nvSpPr>
        <p:spPr>
          <a:xfrm xmlns:a="http://schemas.openxmlformats.org/drawingml/2006/main">
            <a:off x="504000" y="9180000"/>
            <a:ext cx="6552000" cy="9000"/>
          </a:xfrm>
          <a:prstGeom xmlns:a="http://schemas.openxmlformats.org/drawingml/2006/main" prst="rect">
            <a:avLst/>
          </a:prstGeom>
          <a:solidFill xmlns:a="http://schemas.openxmlformats.org/drawingml/2006/main">
            <a:srgbClr val="DAE3EB"/>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14D02E7-6E75-465F-B614-5AD0A86CEB2E}"/>
              </a:ext>
            </a:extLst>
          </p:cNvPr>
          <p:cNvSpPr>
            <a:spLocks xmlns:a="http://schemas.openxmlformats.org/drawingml/2006/main" noGrp="1"/>
          </p:cNvSpPr>
          <p:nvPr/>
        </p:nvSpPr>
        <p:spPr>
          <a:xfrm xmlns:a="http://schemas.openxmlformats.org/drawingml/2006/main">
            <a:off x="504000" y="9324000"/>
            <a:ext cx="324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F27323"/>
                </a:solidFill>
                <a:latin typeface="Aptos"/>
                <a:ea typeface="Aptos"/>
                <a:cs typeface="Aptos"/>
              </a:defRPr>
            </a:defPPr>
            <a:lvl1pPr>
              <a:defRPr sz="1800" b="1">
                <a:solidFill>
                  <a:srgbClr val="F27323"/>
                </a:solidFill>
                <a:latin typeface="Aptos"/>
                <a:ea typeface="Aptos"/>
                <a:cs typeface="Aptos"/>
              </a:defRPr>
            </a:lvl1pPr>
            <a:lvl2pPr>
              <a:defRPr sz="1800" b="1">
                <a:solidFill>
                  <a:srgbClr val="F27323"/>
                </a:solidFill>
                <a:latin typeface="Aptos"/>
                <a:ea typeface="Aptos"/>
                <a:cs typeface="Aptos"/>
              </a:defRPr>
            </a:lvl2pPr>
            <a:lvl3pPr>
              <a:defRPr sz="1800" b="1">
                <a:solidFill>
                  <a:srgbClr val="F27323"/>
                </a:solidFill>
                <a:latin typeface="Aptos"/>
                <a:ea typeface="Aptos"/>
                <a:cs typeface="Aptos"/>
              </a:defRPr>
            </a:lvl3pPr>
            <a:lvl4pPr>
              <a:defRPr sz="1800" b="1">
                <a:solidFill>
                  <a:srgbClr val="F27323"/>
                </a:solidFill>
                <a:latin typeface="Aptos"/>
                <a:ea typeface="Aptos"/>
                <a:cs typeface="Aptos"/>
              </a:defRPr>
            </a:lvl4pPr>
            <a:lvl5pPr>
              <a:defRPr sz="1800" b="1">
                <a:solidFill>
                  <a:srgbClr val="F27323"/>
                </a:solidFill>
                <a:latin typeface="Aptos"/>
                <a:ea typeface="Aptos"/>
                <a:cs typeface="Aptos"/>
              </a:defRPr>
            </a:lvl5pPr>
            <a:lvl6pPr>
              <a:defRPr sz="1800" b="1">
                <a:solidFill>
                  <a:srgbClr val="F27323"/>
                </a:solidFill>
                <a:latin typeface="Aptos"/>
                <a:ea typeface="Aptos"/>
                <a:cs typeface="Aptos"/>
              </a:defRPr>
            </a:lvl6pPr>
            <a:lvl7pPr>
              <a:defRPr sz="1800" b="1">
                <a:solidFill>
                  <a:srgbClr val="F27323"/>
                </a:solidFill>
                <a:latin typeface="Aptos"/>
                <a:ea typeface="Aptos"/>
                <a:cs typeface="Aptos"/>
              </a:defRPr>
            </a:lvl7pPr>
            <a:lvl8pPr>
              <a:defRPr sz="1800" b="1">
                <a:solidFill>
                  <a:srgbClr val="F27323"/>
                </a:solidFill>
                <a:latin typeface="Aptos"/>
                <a:ea typeface="Aptos"/>
                <a:cs typeface="Aptos"/>
              </a:defRPr>
            </a:lvl8pPr>
            <a:lvl9pPr>
              <a:defRPr sz="1800" b="1">
                <a:solidFill>
                  <a:srgbClr val="F27323"/>
                </a:solidFill>
                <a:latin typeface="Aptos"/>
                <a:ea typeface="Aptos"/>
                <a:cs typeface="Aptos"/>
              </a:defRPr>
            </a:lvl9pPr>
          </a:lstStyle>
          <a:p xmlns:a="http://schemas.openxmlformats.org/drawingml/2006/main">
            <a:pPr>
              <a:defRPr sz="1800" b="1">
                <a:solidFill>
                  <a:srgbClr val="F27323"/>
                </a:solidFill>
                <a:latin typeface="Aptos"/>
                <a:ea typeface="Aptos"/>
                <a:cs typeface="Aptos"/>
              </a:defRPr>
            </a:pPr>
            <a:r>
              <a:rPr sz="1800" b="1">
                <a:solidFill>
                  <a:srgbClr val="F27323"/>
                </a:solidFill>
                <a:latin typeface="Aptos"/>
                <a:ea typeface="Aptos"/>
                <a:cs typeface="Aptos"/>
              </a:rPr>
              <a:t>T</a:t>
            </a:r>
          </a:p>
        </p:txBody>
      </p:sp>
      <p:sp>
        <p:nvSpPr>
          <p:cNvPr id="44" name="">
            <a:extLst xmlns:a="http://schemas.openxmlformats.org/drawingml/2006/main">
              <a:ext uri="{FF2B5EF4-FFF2-40B4-BE49-F238E27FC236}">
                <a16:creationId xmlns:a16="http://schemas.microsoft.com/office/drawing/2014/main" id="{E3CB183A-5A6C-459E-B3B1-8BA712F66F78}"/>
              </a:ext>
            </a:extLst>
          </p:cNvPr>
          <p:cNvSpPr>
            <a:spLocks xmlns:a="http://schemas.openxmlformats.org/drawingml/2006/main" noGrp="1"/>
          </p:cNvSpPr>
          <p:nvPr/>
        </p:nvSpPr>
        <p:spPr>
          <a:xfrm xmlns:a="http://schemas.openxmlformats.org/drawingml/2006/main">
            <a:off x="936000" y="9349200"/>
            <a:ext cx="6120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0D69B3"/>
                </a:solidFill>
                <a:latin typeface="Aptos"/>
                <a:ea typeface="Aptos"/>
                <a:cs typeface="Aptos"/>
              </a:defRPr>
            </a:defPPr>
            <a:lvl1pPr>
              <a:defRPr sz="1600" b="1">
                <a:solidFill>
                  <a:srgbClr val="0D69B3"/>
                </a:solidFill>
                <a:latin typeface="Aptos"/>
                <a:ea typeface="Aptos"/>
                <a:cs typeface="Aptos"/>
              </a:defRPr>
            </a:lvl1pPr>
            <a:lvl2pPr>
              <a:defRPr sz="1600" b="1">
                <a:solidFill>
                  <a:srgbClr val="0D69B3"/>
                </a:solidFill>
                <a:latin typeface="Aptos"/>
                <a:ea typeface="Aptos"/>
                <a:cs typeface="Aptos"/>
              </a:defRPr>
            </a:lvl2pPr>
            <a:lvl3pPr>
              <a:defRPr sz="1600" b="1">
                <a:solidFill>
                  <a:srgbClr val="0D69B3"/>
                </a:solidFill>
                <a:latin typeface="Aptos"/>
                <a:ea typeface="Aptos"/>
                <a:cs typeface="Aptos"/>
              </a:defRPr>
            </a:lvl3pPr>
            <a:lvl4pPr>
              <a:defRPr sz="1600" b="1">
                <a:solidFill>
                  <a:srgbClr val="0D69B3"/>
                </a:solidFill>
                <a:latin typeface="Aptos"/>
                <a:ea typeface="Aptos"/>
                <a:cs typeface="Aptos"/>
              </a:defRPr>
            </a:lvl4pPr>
            <a:lvl5pPr>
              <a:defRPr sz="1600" b="1">
                <a:solidFill>
                  <a:srgbClr val="0D69B3"/>
                </a:solidFill>
                <a:latin typeface="Aptos"/>
                <a:ea typeface="Aptos"/>
                <a:cs typeface="Aptos"/>
              </a:defRPr>
            </a:lvl5pPr>
            <a:lvl6pPr>
              <a:defRPr sz="1600" b="1">
                <a:solidFill>
                  <a:srgbClr val="0D69B3"/>
                </a:solidFill>
                <a:latin typeface="Aptos"/>
                <a:ea typeface="Aptos"/>
                <a:cs typeface="Aptos"/>
              </a:defRPr>
            </a:lvl6pPr>
            <a:lvl7pPr>
              <a:defRPr sz="1600" b="1">
                <a:solidFill>
                  <a:srgbClr val="0D69B3"/>
                </a:solidFill>
                <a:latin typeface="Aptos"/>
                <a:ea typeface="Aptos"/>
                <a:cs typeface="Aptos"/>
              </a:defRPr>
            </a:lvl7pPr>
            <a:lvl8pPr>
              <a:defRPr sz="1600" b="1">
                <a:solidFill>
                  <a:srgbClr val="0D69B3"/>
                </a:solidFill>
                <a:latin typeface="Aptos"/>
                <a:ea typeface="Aptos"/>
                <a:cs typeface="Aptos"/>
              </a:defRPr>
            </a:lvl8pPr>
            <a:lvl9pPr>
              <a:defRPr sz="1600" b="1">
                <a:solidFill>
                  <a:srgbClr val="0D69B3"/>
                </a:solidFill>
                <a:latin typeface="Aptos"/>
                <a:ea typeface="Aptos"/>
                <a:cs typeface="Aptos"/>
              </a:defRPr>
            </a:lvl9pPr>
          </a:lstStyle>
          <a:p xmlns:a="http://schemas.openxmlformats.org/drawingml/2006/main">
            <a:pPr>
              <a:defRPr sz="1600" b="1">
                <a:solidFill>
                  <a:srgbClr val="0D69B3"/>
                </a:solidFill>
                <a:latin typeface="Aptos"/>
                <a:ea typeface="Aptos"/>
                <a:cs typeface="Aptos"/>
              </a:defRPr>
            </a:pPr>
            <a:r>
              <a:rPr sz="1600" b="1">
                <a:solidFill>
                  <a:srgbClr val="0D69B3"/>
                </a:solidFill>
                <a:latin typeface="Aptos"/>
                <a:ea typeface="Aptos"/>
                <a:cs typeface="Aptos"/>
              </a:rPr>
              <a:t>Tools</a:t>
            </a:r>
          </a:p>
        </p:txBody>
      </p:sp>
      <p:sp>
        <p:nvSpPr>
          <p:cNvPr id="45" name="">
            <a:extLst xmlns:a="http://schemas.openxmlformats.org/drawingml/2006/main">
              <a:ext uri="{FF2B5EF4-FFF2-40B4-BE49-F238E27FC236}">
                <a16:creationId xmlns:a16="http://schemas.microsoft.com/office/drawing/2014/main" id="{0CE46FBF-A0FC-4273-B108-430141B9DCC0}"/>
              </a:ext>
            </a:extLst>
          </p:cNvPr>
          <p:cNvSpPr>
            <a:spLocks xmlns:a="http://schemas.openxmlformats.org/drawingml/2006/main" noGrp="1"/>
          </p:cNvSpPr>
          <p:nvPr/>
        </p:nvSpPr>
        <p:spPr>
          <a:xfrm xmlns:a="http://schemas.openxmlformats.org/drawingml/2006/main">
            <a:off x="504000" y="9648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142C48"/>
                </a:solidFill>
                <a:latin typeface="Aptos"/>
                <a:ea typeface="Aptos"/>
                <a:cs typeface="Aptos"/>
              </a:defRPr>
            </a:defPPr>
            <a:lvl1pPr>
              <a:defRPr sz="1000" b="0">
                <a:solidFill>
                  <a:srgbClr val="142C48"/>
                </a:solidFill>
                <a:latin typeface="Aptos"/>
                <a:ea typeface="Aptos"/>
                <a:cs typeface="Aptos"/>
              </a:defRPr>
            </a:lvl1pPr>
            <a:lvl2pPr>
              <a:defRPr sz="1000" b="0">
                <a:solidFill>
                  <a:srgbClr val="142C48"/>
                </a:solidFill>
                <a:latin typeface="Aptos"/>
                <a:ea typeface="Aptos"/>
                <a:cs typeface="Aptos"/>
              </a:defRPr>
            </a:lvl2pPr>
            <a:lvl3pPr>
              <a:defRPr sz="1000" b="0">
                <a:solidFill>
                  <a:srgbClr val="142C48"/>
                </a:solidFill>
                <a:latin typeface="Aptos"/>
                <a:ea typeface="Aptos"/>
                <a:cs typeface="Aptos"/>
              </a:defRPr>
            </a:lvl3pPr>
            <a:lvl4pPr>
              <a:defRPr sz="1000" b="0">
                <a:solidFill>
                  <a:srgbClr val="142C48"/>
                </a:solidFill>
                <a:latin typeface="Aptos"/>
                <a:ea typeface="Aptos"/>
                <a:cs typeface="Aptos"/>
              </a:defRPr>
            </a:lvl4pPr>
            <a:lvl5pPr>
              <a:defRPr sz="1000" b="0">
                <a:solidFill>
                  <a:srgbClr val="142C48"/>
                </a:solidFill>
                <a:latin typeface="Aptos"/>
                <a:ea typeface="Aptos"/>
                <a:cs typeface="Aptos"/>
              </a:defRPr>
            </a:lvl5pPr>
            <a:lvl6pPr>
              <a:defRPr sz="1000" b="0">
                <a:solidFill>
                  <a:srgbClr val="142C48"/>
                </a:solidFill>
                <a:latin typeface="Aptos"/>
                <a:ea typeface="Aptos"/>
                <a:cs typeface="Aptos"/>
              </a:defRPr>
            </a:lvl6pPr>
            <a:lvl7pPr>
              <a:defRPr sz="1000" b="0">
                <a:solidFill>
                  <a:srgbClr val="142C48"/>
                </a:solidFill>
                <a:latin typeface="Aptos"/>
                <a:ea typeface="Aptos"/>
                <a:cs typeface="Aptos"/>
              </a:defRPr>
            </a:lvl7pPr>
            <a:lvl8pPr>
              <a:defRPr sz="1000" b="0">
                <a:solidFill>
                  <a:srgbClr val="142C48"/>
                </a:solidFill>
                <a:latin typeface="Aptos"/>
                <a:ea typeface="Aptos"/>
                <a:cs typeface="Aptos"/>
              </a:defRPr>
            </a:lvl8pPr>
            <a:lvl9pPr>
              <a:defRPr sz="1000" b="0">
                <a:solidFill>
                  <a:srgbClr val="142C48"/>
                </a:solidFill>
                <a:latin typeface="Aptos"/>
                <a:ea typeface="Aptos"/>
                <a:cs typeface="Aptos"/>
              </a:defRPr>
            </a:lvl9pPr>
          </a:lstStyle>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Python / ML: prediction and SHAP. Supabase: shared records and access.</a:t>
            </a:r>
          </a:p>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React / Vite: staff and mock portal. n8n + LLM: workflows and reviewed drafts.</a:t>
            </a:r>
          </a:p>
        </p:txBody>
      </p:sp>
      <p:sp>
        <p:nvSpPr>
          <p:cNvPr id="46" name="">
            <a:extLst xmlns:a="http://schemas.openxmlformats.org/drawingml/2006/main">
              <a:ext uri="{FF2B5EF4-FFF2-40B4-BE49-F238E27FC236}">
                <a16:creationId xmlns:a16="http://schemas.microsoft.com/office/drawing/2014/main" id="{8E8C90F2-5406-4956-8D3E-25720EBA55CD}"/>
              </a:ext>
            </a:extLst>
          </p:cNvPr>
          <p:cNvSpPr>
            <a:spLocks xmlns:a="http://schemas.openxmlformats.org/drawingml/2006/main" noGrp="1"/>
          </p:cNvSpPr>
          <p:nvPr/>
        </p:nvSpPr>
        <p:spPr>
          <a:xfrm xmlns:a="http://schemas.openxmlformats.org/drawingml/2006/main">
            <a:off x="504000" y="10044000"/>
            <a:ext cx="6552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00" b="0">
                <a:solidFill>
                  <a:srgbClr val="61738A"/>
                </a:solidFill>
                <a:latin typeface="Aptos"/>
                <a:ea typeface="Aptos"/>
                <a:cs typeface="Aptos"/>
              </a:defRPr>
            </a:defPPr>
            <a:lvl1pPr>
              <a:defRPr sz="800" b="0">
                <a:solidFill>
                  <a:srgbClr val="61738A"/>
                </a:solidFill>
                <a:latin typeface="Aptos"/>
                <a:ea typeface="Aptos"/>
                <a:cs typeface="Aptos"/>
              </a:defRPr>
            </a:lvl1pPr>
            <a:lvl2pPr>
              <a:defRPr sz="800" b="0">
                <a:solidFill>
                  <a:srgbClr val="61738A"/>
                </a:solidFill>
                <a:latin typeface="Aptos"/>
                <a:ea typeface="Aptos"/>
                <a:cs typeface="Aptos"/>
              </a:defRPr>
            </a:lvl2pPr>
            <a:lvl3pPr>
              <a:defRPr sz="800" b="0">
                <a:solidFill>
                  <a:srgbClr val="61738A"/>
                </a:solidFill>
                <a:latin typeface="Aptos"/>
                <a:ea typeface="Aptos"/>
                <a:cs typeface="Aptos"/>
              </a:defRPr>
            </a:lvl3pPr>
            <a:lvl4pPr>
              <a:defRPr sz="800" b="0">
                <a:solidFill>
                  <a:srgbClr val="61738A"/>
                </a:solidFill>
                <a:latin typeface="Aptos"/>
                <a:ea typeface="Aptos"/>
                <a:cs typeface="Aptos"/>
              </a:defRPr>
            </a:lvl4pPr>
            <a:lvl5pPr>
              <a:defRPr sz="800" b="0">
                <a:solidFill>
                  <a:srgbClr val="61738A"/>
                </a:solidFill>
                <a:latin typeface="Aptos"/>
                <a:ea typeface="Aptos"/>
                <a:cs typeface="Aptos"/>
              </a:defRPr>
            </a:lvl5pPr>
            <a:lvl6pPr>
              <a:defRPr sz="800" b="0">
                <a:solidFill>
                  <a:srgbClr val="61738A"/>
                </a:solidFill>
                <a:latin typeface="Aptos"/>
                <a:ea typeface="Aptos"/>
                <a:cs typeface="Aptos"/>
              </a:defRPr>
            </a:lvl6pPr>
            <a:lvl7pPr>
              <a:defRPr sz="800" b="0">
                <a:solidFill>
                  <a:srgbClr val="61738A"/>
                </a:solidFill>
                <a:latin typeface="Aptos"/>
                <a:ea typeface="Aptos"/>
                <a:cs typeface="Aptos"/>
              </a:defRPr>
            </a:lvl7pPr>
            <a:lvl8pPr>
              <a:defRPr sz="800" b="0">
                <a:solidFill>
                  <a:srgbClr val="61738A"/>
                </a:solidFill>
                <a:latin typeface="Aptos"/>
                <a:ea typeface="Aptos"/>
                <a:cs typeface="Aptos"/>
              </a:defRPr>
            </a:lvl8pPr>
            <a:lvl9pPr>
              <a:defRPr sz="800" b="0">
                <a:solidFill>
                  <a:srgbClr val="61738A"/>
                </a:solidFill>
                <a:latin typeface="Aptos"/>
                <a:ea typeface="Aptos"/>
                <a:cs typeface="Aptos"/>
              </a:defRPr>
            </a:lvl9pPr>
          </a:lstStyle>
          <a:p xmlns:a="http://schemas.openxmlformats.org/drawingml/2006/main">
            <a:pPr>
              <a:defRPr sz="800" b="0">
                <a:solidFill>
                  <a:srgbClr val="61738A"/>
                </a:solidFill>
                <a:latin typeface="Aptos"/>
                <a:ea typeface="Aptos"/>
                <a:cs typeface="Aptos"/>
              </a:defRPr>
            </a:pPr>
            <a:r>
              <a:rPr sz="800" b="0">
                <a:solidFill>
                  <a:srgbClr val="61738A"/>
                </a:solidFill>
                <a:latin typeface="Aptos"/>
                <a:ea typeface="Aptos"/>
                <a:cs typeface="Aptos"/>
              </a:rPr>
              <a:t>Sources: final slides 10–20. [1] Poudel et al., 2024; Lundberg et al., 2020.</a:t>
            </a:r>
          </a:p>
          <a:p xmlns:a="http://schemas.openxmlformats.org/drawingml/2006/main">
            <a:pPr>
              <a:defRPr sz="800" b="0">
                <a:solidFill>
                  <a:srgbClr val="61738A"/>
                </a:solidFill>
                <a:latin typeface="Aptos"/>
                <a:ea typeface="Aptos"/>
                <a:cs typeface="Aptos"/>
              </a:defRPr>
            </a:pPr>
            <a:r>
              <a:rPr sz="800" b="0">
                <a:solidFill>
                  <a:srgbClr val="61738A"/>
                </a:solidFill>
                <a:latin typeface="Aptos"/>
                <a:ea typeface="Aptos"/>
                <a:cs typeface="Aptos"/>
              </a:rPr>
              <a:t>[2] Ascarza, 2018. [3] Brynjolfsson et al., 2025. Synthetic AUC; SHAP does not prove causation.</a:t>
            </a:r>
          </a:p>
        </p:txBody>
      </p:sp>
    </p:spTree>
    <p:extLst>
      <p:ext uri="{BB962C8B-B14F-4D97-AF65-F5344CB8AC3E}">
        <p14:creationId xmlns:p14="http://schemas.microsoft.com/office/powerpoint/2010/main" val="1391871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6E6C0FA-D619-411F-AA80-F2B3191A8284}"/>
              </a:ext>
            </a:extLst>
          </p:cNvPr>
          <p:cNvSpPr>
            <a:spLocks xmlns:a="http://schemas.openxmlformats.org/drawingml/2006/main" noGrp="1"/>
          </p:cNvSpPr>
          <p:nvPr/>
        </p:nvSpPr>
        <p:spPr>
          <a:xfrm xmlns:a="http://schemas.openxmlformats.org/drawingml/2006/main">
            <a:off x="504000" y="504000"/>
            <a:ext cx="5040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1">
                <a:solidFill>
                  <a:srgbClr val="0D69B3"/>
                </a:solidFill>
                <a:latin typeface="Aptos"/>
                <a:ea typeface="Aptos"/>
                <a:cs typeface="Aptos"/>
              </a:defRPr>
            </a:defPPr>
            <a:lvl1pPr>
              <a:defRPr sz="850" b="1">
                <a:solidFill>
                  <a:srgbClr val="0D69B3"/>
                </a:solidFill>
                <a:latin typeface="Aptos"/>
                <a:ea typeface="Aptos"/>
                <a:cs typeface="Aptos"/>
              </a:defRPr>
            </a:lvl1pPr>
            <a:lvl2pPr>
              <a:defRPr sz="850" b="1">
                <a:solidFill>
                  <a:srgbClr val="0D69B3"/>
                </a:solidFill>
                <a:latin typeface="Aptos"/>
                <a:ea typeface="Aptos"/>
                <a:cs typeface="Aptos"/>
              </a:defRPr>
            </a:lvl2pPr>
            <a:lvl3pPr>
              <a:defRPr sz="850" b="1">
                <a:solidFill>
                  <a:srgbClr val="0D69B3"/>
                </a:solidFill>
                <a:latin typeface="Aptos"/>
                <a:ea typeface="Aptos"/>
                <a:cs typeface="Aptos"/>
              </a:defRPr>
            </a:lvl3pPr>
            <a:lvl4pPr>
              <a:defRPr sz="850" b="1">
                <a:solidFill>
                  <a:srgbClr val="0D69B3"/>
                </a:solidFill>
                <a:latin typeface="Aptos"/>
                <a:ea typeface="Aptos"/>
                <a:cs typeface="Aptos"/>
              </a:defRPr>
            </a:lvl4pPr>
            <a:lvl5pPr>
              <a:defRPr sz="850" b="1">
                <a:solidFill>
                  <a:srgbClr val="0D69B3"/>
                </a:solidFill>
                <a:latin typeface="Aptos"/>
                <a:ea typeface="Aptos"/>
                <a:cs typeface="Aptos"/>
              </a:defRPr>
            </a:lvl5pPr>
            <a:lvl6pPr>
              <a:defRPr sz="850" b="1">
                <a:solidFill>
                  <a:srgbClr val="0D69B3"/>
                </a:solidFill>
                <a:latin typeface="Aptos"/>
                <a:ea typeface="Aptos"/>
                <a:cs typeface="Aptos"/>
              </a:defRPr>
            </a:lvl6pPr>
            <a:lvl7pPr>
              <a:defRPr sz="850" b="1">
                <a:solidFill>
                  <a:srgbClr val="0D69B3"/>
                </a:solidFill>
                <a:latin typeface="Aptos"/>
                <a:ea typeface="Aptos"/>
                <a:cs typeface="Aptos"/>
              </a:defRPr>
            </a:lvl7pPr>
            <a:lvl8pPr>
              <a:defRPr sz="850" b="1">
                <a:solidFill>
                  <a:srgbClr val="0D69B3"/>
                </a:solidFill>
                <a:latin typeface="Aptos"/>
                <a:ea typeface="Aptos"/>
                <a:cs typeface="Aptos"/>
              </a:defRPr>
            </a:lvl8pPr>
            <a:lvl9pPr>
              <a:defRPr sz="850" b="1">
                <a:solidFill>
                  <a:srgbClr val="0D69B3"/>
                </a:solidFill>
                <a:latin typeface="Aptos"/>
                <a:ea typeface="Aptos"/>
                <a:cs typeface="Aptos"/>
              </a:defRPr>
            </a:lvl9pPr>
          </a:lstStyle>
          <a:p xmlns:a="http://schemas.openxmlformats.org/drawingml/2006/main">
            <a:pPr>
              <a:defRPr sz="850" b="1">
                <a:solidFill>
                  <a:srgbClr val="0D69B3"/>
                </a:solidFill>
                <a:latin typeface="Aptos"/>
                <a:ea typeface="Aptos"/>
                <a:cs typeface="Aptos"/>
              </a:defRPr>
            </a:pPr>
            <a:r>
              <a:rPr sz="850" b="1">
                <a:solidFill>
                  <a:srgbClr val="0D69B3"/>
                </a:solidFill>
                <a:latin typeface="Aptos"/>
                <a:ea typeface="Aptos"/>
                <a:cs typeface="Aptos"/>
              </a:rPr>
              <a:t>EXECUTIVE SUMMARY</a:t>
            </a:r>
          </a:p>
        </p:txBody>
      </p:sp>
      <p:sp>
        <p:nvSpPr>
          <p:cNvPr id="2" name="">
            <a:extLst xmlns:a="http://schemas.openxmlformats.org/drawingml/2006/main">
              <a:ext uri="{FF2B5EF4-FFF2-40B4-BE49-F238E27FC236}">
                <a16:creationId xmlns:a16="http://schemas.microsoft.com/office/drawing/2014/main" id="{CE11BAFD-B643-491C-A236-A7688859768E}"/>
              </a:ext>
            </a:extLst>
          </p:cNvPr>
          <p:cNvSpPr>
            <a:spLocks xmlns:a="http://schemas.openxmlformats.org/drawingml/2006/main" noGrp="1"/>
          </p:cNvSpPr>
          <p:nvPr/>
        </p:nvSpPr>
        <p:spPr>
          <a:xfrm xmlns:a="http://schemas.openxmlformats.org/drawingml/2006/main">
            <a:off x="6084000" y="504000"/>
            <a:ext cx="97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0">
                <a:solidFill>
                  <a:srgbClr val="61738A"/>
                </a:solidFill>
                <a:latin typeface="Aptos"/>
                <a:ea typeface="Aptos"/>
                <a:cs typeface="Aptos"/>
              </a:defRPr>
            </a:defPPr>
            <a:lvl1pPr>
              <a:defRPr sz="850" b="0">
                <a:solidFill>
                  <a:srgbClr val="61738A"/>
                </a:solidFill>
                <a:latin typeface="Aptos"/>
                <a:ea typeface="Aptos"/>
                <a:cs typeface="Aptos"/>
              </a:defRPr>
            </a:lvl1pPr>
            <a:lvl2pPr>
              <a:defRPr sz="850" b="0">
                <a:solidFill>
                  <a:srgbClr val="61738A"/>
                </a:solidFill>
                <a:latin typeface="Aptos"/>
                <a:ea typeface="Aptos"/>
                <a:cs typeface="Aptos"/>
              </a:defRPr>
            </a:lvl2pPr>
            <a:lvl3pPr>
              <a:defRPr sz="850" b="0">
                <a:solidFill>
                  <a:srgbClr val="61738A"/>
                </a:solidFill>
                <a:latin typeface="Aptos"/>
                <a:ea typeface="Aptos"/>
                <a:cs typeface="Aptos"/>
              </a:defRPr>
            </a:lvl3pPr>
            <a:lvl4pPr>
              <a:defRPr sz="850" b="0">
                <a:solidFill>
                  <a:srgbClr val="61738A"/>
                </a:solidFill>
                <a:latin typeface="Aptos"/>
                <a:ea typeface="Aptos"/>
                <a:cs typeface="Aptos"/>
              </a:defRPr>
            </a:lvl4pPr>
            <a:lvl5pPr>
              <a:defRPr sz="850" b="0">
                <a:solidFill>
                  <a:srgbClr val="61738A"/>
                </a:solidFill>
                <a:latin typeface="Aptos"/>
                <a:ea typeface="Aptos"/>
                <a:cs typeface="Aptos"/>
              </a:defRPr>
            </a:lvl5pPr>
            <a:lvl6pPr>
              <a:defRPr sz="850" b="0">
                <a:solidFill>
                  <a:srgbClr val="61738A"/>
                </a:solidFill>
                <a:latin typeface="Aptos"/>
                <a:ea typeface="Aptos"/>
                <a:cs typeface="Aptos"/>
              </a:defRPr>
            </a:lvl6pPr>
            <a:lvl7pPr>
              <a:defRPr sz="850" b="0">
                <a:solidFill>
                  <a:srgbClr val="61738A"/>
                </a:solidFill>
                <a:latin typeface="Aptos"/>
                <a:ea typeface="Aptos"/>
                <a:cs typeface="Aptos"/>
              </a:defRPr>
            </a:lvl7pPr>
            <a:lvl8pPr>
              <a:defRPr sz="850" b="0">
                <a:solidFill>
                  <a:srgbClr val="61738A"/>
                </a:solidFill>
                <a:latin typeface="Aptos"/>
                <a:ea typeface="Aptos"/>
                <a:cs typeface="Aptos"/>
              </a:defRPr>
            </a:lvl8pPr>
            <a:lvl9pPr>
              <a:defRPr sz="850" b="0">
                <a:solidFill>
                  <a:srgbClr val="61738A"/>
                </a:solidFill>
                <a:latin typeface="Aptos"/>
                <a:ea typeface="Aptos"/>
                <a:cs typeface="Aptos"/>
              </a:defRPr>
            </a:lvl9pPr>
          </a:lstStyle>
          <a:p xmlns:a="http://schemas.openxmlformats.org/drawingml/2006/main">
            <a:pPr>
              <a:defRPr sz="850" b="0">
                <a:solidFill>
                  <a:srgbClr val="61738A"/>
                </a:solidFill>
                <a:latin typeface="Aptos"/>
                <a:ea typeface="Aptos"/>
                <a:cs typeface="Aptos"/>
              </a:defRPr>
            </a:pPr>
            <a:r>
              <a:rPr sz="850" b="0">
                <a:solidFill>
                  <a:srgbClr val="61738A"/>
                </a:solidFill>
                <a:latin typeface="Aptos"/>
                <a:ea typeface="Aptos"/>
                <a:cs typeface="Aptos"/>
              </a:rPr>
              <a:t>VALUE   4/5</a:t>
            </a:r>
          </a:p>
        </p:txBody>
      </p:sp>
      <p:sp>
        <p:nvSpPr>
          <p:cNvPr id="3" name="">
            <a:extLst xmlns:a="http://schemas.openxmlformats.org/drawingml/2006/main">
              <a:ext uri="{FF2B5EF4-FFF2-40B4-BE49-F238E27FC236}">
                <a16:creationId xmlns:a16="http://schemas.microsoft.com/office/drawing/2014/main" id="{AC621A04-A645-4018-8291-2F89282B9A5C}"/>
              </a:ext>
            </a:extLst>
          </p:cNvPr>
          <p:cNvSpPr>
            <a:spLocks xmlns:a="http://schemas.openxmlformats.org/drawingml/2006/main" noGrp="1"/>
          </p:cNvSpPr>
          <p:nvPr/>
        </p:nvSpPr>
        <p:spPr>
          <a:xfrm xmlns:a="http://schemas.openxmlformats.org/drawingml/2006/main">
            <a:off x="504000" y="828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00" b="1">
                <a:solidFill>
                  <a:srgbClr val="142C48"/>
                </a:solidFill>
                <a:latin typeface="Aptos"/>
                <a:ea typeface="Aptos"/>
                <a:cs typeface="Aptos"/>
              </a:defRPr>
            </a:defPPr>
            <a:lvl1pPr>
              <a:defRPr sz="2300" b="1">
                <a:solidFill>
                  <a:srgbClr val="142C48"/>
                </a:solidFill>
                <a:latin typeface="Aptos"/>
                <a:ea typeface="Aptos"/>
                <a:cs typeface="Aptos"/>
              </a:defRPr>
            </a:lvl1pPr>
            <a:lvl2pPr>
              <a:defRPr sz="2300" b="1">
                <a:solidFill>
                  <a:srgbClr val="142C48"/>
                </a:solidFill>
                <a:latin typeface="Aptos"/>
                <a:ea typeface="Aptos"/>
                <a:cs typeface="Aptos"/>
              </a:defRPr>
            </a:lvl2pPr>
            <a:lvl3pPr>
              <a:defRPr sz="2300" b="1">
                <a:solidFill>
                  <a:srgbClr val="142C48"/>
                </a:solidFill>
                <a:latin typeface="Aptos"/>
                <a:ea typeface="Aptos"/>
                <a:cs typeface="Aptos"/>
              </a:defRPr>
            </a:lvl3pPr>
            <a:lvl4pPr>
              <a:defRPr sz="2300" b="1">
                <a:solidFill>
                  <a:srgbClr val="142C48"/>
                </a:solidFill>
                <a:latin typeface="Aptos"/>
                <a:ea typeface="Aptos"/>
                <a:cs typeface="Aptos"/>
              </a:defRPr>
            </a:lvl4pPr>
            <a:lvl5pPr>
              <a:defRPr sz="2300" b="1">
                <a:solidFill>
                  <a:srgbClr val="142C48"/>
                </a:solidFill>
                <a:latin typeface="Aptos"/>
                <a:ea typeface="Aptos"/>
                <a:cs typeface="Aptos"/>
              </a:defRPr>
            </a:lvl5pPr>
            <a:lvl6pPr>
              <a:defRPr sz="2300" b="1">
                <a:solidFill>
                  <a:srgbClr val="142C48"/>
                </a:solidFill>
                <a:latin typeface="Aptos"/>
                <a:ea typeface="Aptos"/>
                <a:cs typeface="Aptos"/>
              </a:defRPr>
            </a:lvl6pPr>
            <a:lvl7pPr>
              <a:defRPr sz="2300" b="1">
                <a:solidFill>
                  <a:srgbClr val="142C48"/>
                </a:solidFill>
                <a:latin typeface="Aptos"/>
                <a:ea typeface="Aptos"/>
                <a:cs typeface="Aptos"/>
              </a:defRPr>
            </a:lvl7pPr>
            <a:lvl8pPr>
              <a:defRPr sz="2300" b="1">
                <a:solidFill>
                  <a:srgbClr val="142C48"/>
                </a:solidFill>
                <a:latin typeface="Aptos"/>
                <a:ea typeface="Aptos"/>
                <a:cs typeface="Aptos"/>
              </a:defRPr>
            </a:lvl8pPr>
            <a:lvl9pPr>
              <a:defRPr sz="2300" b="1">
                <a:solidFill>
                  <a:srgbClr val="142C48"/>
                </a:solidFill>
                <a:latin typeface="Aptos"/>
                <a:ea typeface="Aptos"/>
                <a:cs typeface="Aptos"/>
              </a:defRPr>
            </a:lvl9pPr>
          </a:lstStyle>
          <a:p xmlns:a="http://schemas.openxmlformats.org/drawingml/2006/main">
            <a:pPr>
              <a:defRPr sz="2300" b="1">
                <a:solidFill>
                  <a:srgbClr val="142C48"/>
                </a:solidFill>
                <a:latin typeface="Aptos"/>
                <a:ea typeface="Aptos"/>
                <a:cs typeface="Aptos"/>
              </a:defRPr>
            </a:pPr>
            <a:r>
              <a:rPr sz="2300" b="1">
                <a:solidFill>
                  <a:srgbClr val="142C48"/>
                </a:solidFill>
                <a:latin typeface="Aptos"/>
                <a:ea typeface="Aptos"/>
                <a:cs typeface="Aptos"/>
              </a:rPr>
              <a:t>Business Value and Strategy</a:t>
            </a:r>
          </a:p>
        </p:txBody>
      </p:sp>
      <p:sp>
        <p:nvSpPr>
          <p:cNvPr id="4" name="">
            <a:extLst xmlns:a="http://schemas.openxmlformats.org/drawingml/2006/main">
              <a:ext uri="{FF2B5EF4-FFF2-40B4-BE49-F238E27FC236}">
                <a16:creationId xmlns:a16="http://schemas.microsoft.com/office/drawing/2014/main" id="{3D91A18A-CFEA-4DA3-AD85-6CCB58558B6C}"/>
              </a:ext>
            </a:extLst>
          </p:cNvPr>
          <p:cNvSpPr>
            <a:spLocks xmlns:a="http://schemas.openxmlformats.org/drawingml/2006/main" noGrp="1"/>
          </p:cNvSpPr>
          <p:nvPr/>
        </p:nvSpPr>
        <p:spPr>
          <a:xfrm xmlns:a="http://schemas.openxmlformats.org/drawingml/2006/main">
            <a:off x="504000" y="1332000"/>
            <a:ext cx="540000" cy="9000"/>
          </a:xfrm>
          <a:prstGeom xmlns:a="http://schemas.openxmlformats.org/drawingml/2006/main" prst="rect">
            <a:avLst/>
          </a:prstGeom>
          <a:solidFill xmlns:a="http://schemas.openxmlformats.org/drawingml/2006/main">
            <a:srgbClr val="F2732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F8048B-0B51-4262-A339-87BDD55C202E}"/>
              </a:ext>
            </a:extLst>
          </p:cNvPr>
          <p:cNvSpPr>
            <a:spLocks xmlns:a="http://schemas.openxmlformats.org/drawingml/2006/main" noGrp="1"/>
          </p:cNvSpPr>
          <p:nvPr/>
        </p:nvSpPr>
        <p:spPr>
          <a:xfrm xmlns:a="http://schemas.openxmlformats.org/drawingml/2006/main">
            <a:off x="504000" y="1620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Illustrative 12-month rollout</a:t>
            </a:r>
          </a:p>
        </p:txBody>
      </p:sp>
      <p:sp>
        <p:nvSpPr>
          <p:cNvPr id="6" name="">
            <a:extLst xmlns:a="http://schemas.openxmlformats.org/drawingml/2006/main">
              <a:ext uri="{FF2B5EF4-FFF2-40B4-BE49-F238E27FC236}">
                <a16:creationId xmlns:a16="http://schemas.microsoft.com/office/drawing/2014/main" id="{E8C2524C-6607-4872-A47F-39A94DD3417C}"/>
              </a:ext>
            </a:extLst>
          </p:cNvPr>
          <p:cNvSpPr>
            <a:spLocks xmlns:a="http://schemas.openxmlformats.org/drawingml/2006/main" noGrp="1"/>
          </p:cNvSpPr>
          <p:nvPr/>
        </p:nvSpPr>
        <p:spPr>
          <a:xfrm xmlns:a="http://schemas.openxmlformats.org/drawingml/2006/main">
            <a:off x="504000" y="1944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1738A"/>
                </a:solidFill>
                <a:latin typeface="Aptos"/>
                <a:ea typeface="Aptos"/>
                <a:cs typeface="Aptos"/>
              </a:defRPr>
            </a:defPPr>
            <a:lvl1pPr>
              <a:defRPr sz="1050" b="0">
                <a:solidFill>
                  <a:srgbClr val="61738A"/>
                </a:solidFill>
                <a:latin typeface="Aptos"/>
                <a:ea typeface="Aptos"/>
                <a:cs typeface="Aptos"/>
              </a:defRPr>
            </a:lvl1pPr>
            <a:lvl2pPr>
              <a:defRPr sz="1050" b="0">
                <a:solidFill>
                  <a:srgbClr val="61738A"/>
                </a:solidFill>
                <a:latin typeface="Aptos"/>
                <a:ea typeface="Aptos"/>
                <a:cs typeface="Aptos"/>
              </a:defRPr>
            </a:lvl2pPr>
            <a:lvl3pPr>
              <a:defRPr sz="1050" b="0">
                <a:solidFill>
                  <a:srgbClr val="61738A"/>
                </a:solidFill>
                <a:latin typeface="Aptos"/>
                <a:ea typeface="Aptos"/>
                <a:cs typeface="Aptos"/>
              </a:defRPr>
            </a:lvl3pPr>
            <a:lvl4pPr>
              <a:defRPr sz="1050" b="0">
                <a:solidFill>
                  <a:srgbClr val="61738A"/>
                </a:solidFill>
                <a:latin typeface="Aptos"/>
                <a:ea typeface="Aptos"/>
                <a:cs typeface="Aptos"/>
              </a:defRPr>
            </a:lvl4pPr>
            <a:lvl5pPr>
              <a:defRPr sz="1050" b="0">
                <a:solidFill>
                  <a:srgbClr val="61738A"/>
                </a:solidFill>
                <a:latin typeface="Aptos"/>
                <a:ea typeface="Aptos"/>
                <a:cs typeface="Aptos"/>
              </a:defRPr>
            </a:lvl5pPr>
            <a:lvl6pPr>
              <a:defRPr sz="1050" b="0">
                <a:solidFill>
                  <a:srgbClr val="61738A"/>
                </a:solidFill>
                <a:latin typeface="Aptos"/>
                <a:ea typeface="Aptos"/>
                <a:cs typeface="Aptos"/>
              </a:defRPr>
            </a:lvl6pPr>
            <a:lvl7pPr>
              <a:defRPr sz="1050" b="0">
                <a:solidFill>
                  <a:srgbClr val="61738A"/>
                </a:solidFill>
                <a:latin typeface="Aptos"/>
                <a:ea typeface="Aptos"/>
                <a:cs typeface="Aptos"/>
              </a:defRPr>
            </a:lvl7pPr>
            <a:lvl8pPr>
              <a:defRPr sz="1050" b="0">
                <a:solidFill>
                  <a:srgbClr val="61738A"/>
                </a:solidFill>
                <a:latin typeface="Aptos"/>
                <a:ea typeface="Aptos"/>
                <a:cs typeface="Aptos"/>
              </a:defRPr>
            </a:lvl8pPr>
            <a:lvl9pPr>
              <a:defRPr sz="1050" b="0">
                <a:solidFill>
                  <a:srgbClr val="61738A"/>
                </a:solidFill>
                <a:latin typeface="Aptos"/>
                <a:ea typeface="Aptos"/>
                <a:cs typeface="Aptos"/>
              </a:defRPr>
            </a:lvl9pPr>
          </a:lstStyle>
          <a:p xmlns:a="http://schemas.openxmlformats.org/drawingml/2006/main">
            <a:pPr>
              <a:defRPr sz="1050" b="0">
                <a:solidFill>
                  <a:srgbClr val="61738A"/>
                </a:solidFill>
                <a:latin typeface="Aptos"/>
                <a:ea typeface="Aptos"/>
                <a:cs typeface="Aptos"/>
              </a:defRPr>
            </a:pPr>
            <a:r>
              <a:rPr sz="1050" b="0">
                <a:solidFill>
                  <a:srgbClr val="61738A"/>
                </a:solidFill>
                <a:latin typeface="Aptos"/>
                <a:ea typeface="Aptos"/>
                <a:cs typeface="Aptos"/>
              </a:rPr>
              <a:t>Reuses the existing prediction, SHAP and customer-care platform.</a:t>
            </a:r>
          </a:p>
        </p:txBody>
      </p:sp>
      <p:sp>
        <p:nvSpPr>
          <p:cNvPr id="7" name="">
            <a:extLst xmlns:a="http://schemas.openxmlformats.org/drawingml/2006/main">
              <a:ext uri="{FF2B5EF4-FFF2-40B4-BE49-F238E27FC236}">
                <a16:creationId xmlns:a16="http://schemas.microsoft.com/office/drawing/2014/main" id="{D8BCC57E-5F86-460B-8F8C-16D916DB0388}"/>
              </a:ext>
            </a:extLst>
          </p:cNvPr>
          <p:cNvSpPr>
            <a:spLocks xmlns:a="http://schemas.openxmlformats.org/drawingml/2006/main" noGrp="1"/>
          </p:cNvSpPr>
          <p:nvPr/>
        </p:nvSpPr>
        <p:spPr>
          <a:xfrm xmlns:a="http://schemas.openxmlformats.org/drawingml/2006/main">
            <a:off x="504000" y="2376000"/>
            <a:ext cx="2880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42C48"/>
                </a:solidFill>
                <a:latin typeface="Aptos"/>
                <a:ea typeface="Aptos"/>
                <a:cs typeface="Aptos"/>
              </a:defRPr>
            </a:defPPr>
            <a:lvl1pPr>
              <a:defRPr sz="2400" b="1">
                <a:solidFill>
                  <a:srgbClr val="142C48"/>
                </a:solidFill>
                <a:latin typeface="Aptos"/>
                <a:ea typeface="Aptos"/>
                <a:cs typeface="Aptos"/>
              </a:defRPr>
            </a:lvl1pPr>
            <a:lvl2pPr>
              <a:defRPr sz="2400" b="1">
                <a:solidFill>
                  <a:srgbClr val="142C48"/>
                </a:solidFill>
                <a:latin typeface="Aptos"/>
                <a:ea typeface="Aptos"/>
                <a:cs typeface="Aptos"/>
              </a:defRPr>
            </a:lvl2pPr>
            <a:lvl3pPr>
              <a:defRPr sz="2400" b="1">
                <a:solidFill>
                  <a:srgbClr val="142C48"/>
                </a:solidFill>
                <a:latin typeface="Aptos"/>
                <a:ea typeface="Aptos"/>
                <a:cs typeface="Aptos"/>
              </a:defRPr>
            </a:lvl3pPr>
            <a:lvl4pPr>
              <a:defRPr sz="2400" b="1">
                <a:solidFill>
                  <a:srgbClr val="142C48"/>
                </a:solidFill>
                <a:latin typeface="Aptos"/>
                <a:ea typeface="Aptos"/>
                <a:cs typeface="Aptos"/>
              </a:defRPr>
            </a:lvl4pPr>
            <a:lvl5pPr>
              <a:defRPr sz="2400" b="1">
                <a:solidFill>
                  <a:srgbClr val="142C48"/>
                </a:solidFill>
                <a:latin typeface="Aptos"/>
                <a:ea typeface="Aptos"/>
                <a:cs typeface="Aptos"/>
              </a:defRPr>
            </a:lvl5pPr>
            <a:lvl6pPr>
              <a:defRPr sz="2400" b="1">
                <a:solidFill>
                  <a:srgbClr val="142C48"/>
                </a:solidFill>
                <a:latin typeface="Aptos"/>
                <a:ea typeface="Aptos"/>
                <a:cs typeface="Aptos"/>
              </a:defRPr>
            </a:lvl6pPr>
            <a:lvl7pPr>
              <a:defRPr sz="2400" b="1">
                <a:solidFill>
                  <a:srgbClr val="142C48"/>
                </a:solidFill>
                <a:latin typeface="Aptos"/>
                <a:ea typeface="Aptos"/>
                <a:cs typeface="Aptos"/>
              </a:defRPr>
            </a:lvl7pPr>
            <a:lvl8pPr>
              <a:defRPr sz="2400" b="1">
                <a:solidFill>
                  <a:srgbClr val="142C48"/>
                </a:solidFill>
                <a:latin typeface="Aptos"/>
                <a:ea typeface="Aptos"/>
                <a:cs typeface="Aptos"/>
              </a:defRPr>
            </a:lvl8pPr>
            <a:lvl9pPr>
              <a:defRPr sz="2400" b="1">
                <a:solidFill>
                  <a:srgbClr val="142C48"/>
                </a:solidFill>
                <a:latin typeface="Aptos"/>
                <a:ea typeface="Aptos"/>
                <a:cs typeface="Aptos"/>
              </a:defRPr>
            </a:lvl9pPr>
          </a:lstStyle>
          <a:p xmlns:a="http://schemas.openxmlformats.org/drawingml/2006/main">
            <a:pPr>
              <a:defRPr sz="2400" b="1">
                <a:solidFill>
                  <a:srgbClr val="142C48"/>
                </a:solidFill>
                <a:latin typeface="Aptos"/>
                <a:ea typeface="Aptos"/>
                <a:cs typeface="Aptos"/>
              </a:defRPr>
            </a:pPr>
            <a:r>
              <a:rPr sz="2400" b="1">
                <a:solidFill>
                  <a:srgbClr val="142C48"/>
                </a:solidFill>
                <a:latin typeface="Aptos"/>
                <a:ea typeface="Aptos"/>
                <a:cs typeface="Aptos"/>
              </a:rPr>
              <a:t>7,400</a:t>
            </a:r>
          </a:p>
        </p:txBody>
      </p:sp>
      <p:sp>
        <p:nvSpPr>
          <p:cNvPr id="8" name="">
            <a:extLst xmlns:a="http://schemas.openxmlformats.org/drawingml/2006/main">
              <a:ext uri="{FF2B5EF4-FFF2-40B4-BE49-F238E27FC236}">
                <a16:creationId xmlns:a16="http://schemas.microsoft.com/office/drawing/2014/main" id="{B9284B48-88A3-461E-A1A5-15C8A488B182}"/>
              </a:ext>
            </a:extLst>
          </p:cNvPr>
          <p:cNvSpPr>
            <a:spLocks xmlns:a="http://schemas.openxmlformats.org/drawingml/2006/main" noGrp="1"/>
          </p:cNvSpPr>
          <p:nvPr/>
        </p:nvSpPr>
        <p:spPr>
          <a:xfrm xmlns:a="http://schemas.openxmlformats.org/drawingml/2006/main">
            <a:off x="3996000" y="2376000"/>
            <a:ext cx="3060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D69B3"/>
                </a:solidFill>
                <a:latin typeface="Aptos"/>
                <a:ea typeface="Aptos"/>
                <a:cs typeface="Aptos"/>
              </a:defRPr>
            </a:defPPr>
            <a:lvl1pPr>
              <a:defRPr sz="2400" b="1">
                <a:solidFill>
                  <a:srgbClr val="0D69B3"/>
                </a:solidFill>
                <a:latin typeface="Aptos"/>
                <a:ea typeface="Aptos"/>
                <a:cs typeface="Aptos"/>
              </a:defRPr>
            </a:lvl1pPr>
            <a:lvl2pPr>
              <a:defRPr sz="2400" b="1">
                <a:solidFill>
                  <a:srgbClr val="0D69B3"/>
                </a:solidFill>
                <a:latin typeface="Aptos"/>
                <a:ea typeface="Aptos"/>
                <a:cs typeface="Aptos"/>
              </a:defRPr>
            </a:lvl2pPr>
            <a:lvl3pPr>
              <a:defRPr sz="2400" b="1">
                <a:solidFill>
                  <a:srgbClr val="0D69B3"/>
                </a:solidFill>
                <a:latin typeface="Aptos"/>
                <a:ea typeface="Aptos"/>
                <a:cs typeface="Aptos"/>
              </a:defRPr>
            </a:lvl3pPr>
            <a:lvl4pPr>
              <a:defRPr sz="2400" b="1">
                <a:solidFill>
                  <a:srgbClr val="0D69B3"/>
                </a:solidFill>
                <a:latin typeface="Aptos"/>
                <a:ea typeface="Aptos"/>
                <a:cs typeface="Aptos"/>
              </a:defRPr>
            </a:lvl4pPr>
            <a:lvl5pPr>
              <a:defRPr sz="2400" b="1">
                <a:solidFill>
                  <a:srgbClr val="0D69B3"/>
                </a:solidFill>
                <a:latin typeface="Aptos"/>
                <a:ea typeface="Aptos"/>
                <a:cs typeface="Aptos"/>
              </a:defRPr>
            </a:lvl5pPr>
            <a:lvl6pPr>
              <a:defRPr sz="2400" b="1">
                <a:solidFill>
                  <a:srgbClr val="0D69B3"/>
                </a:solidFill>
                <a:latin typeface="Aptos"/>
                <a:ea typeface="Aptos"/>
                <a:cs typeface="Aptos"/>
              </a:defRPr>
            </a:lvl6pPr>
            <a:lvl7pPr>
              <a:defRPr sz="2400" b="1">
                <a:solidFill>
                  <a:srgbClr val="0D69B3"/>
                </a:solidFill>
                <a:latin typeface="Aptos"/>
                <a:ea typeface="Aptos"/>
                <a:cs typeface="Aptos"/>
              </a:defRPr>
            </a:lvl7pPr>
            <a:lvl8pPr>
              <a:defRPr sz="2400" b="1">
                <a:solidFill>
                  <a:srgbClr val="0D69B3"/>
                </a:solidFill>
                <a:latin typeface="Aptos"/>
                <a:ea typeface="Aptos"/>
                <a:cs typeface="Aptos"/>
              </a:defRPr>
            </a:lvl8pPr>
            <a:lvl9pPr>
              <a:defRPr sz="2400" b="1">
                <a:solidFill>
                  <a:srgbClr val="0D69B3"/>
                </a:solidFill>
                <a:latin typeface="Aptos"/>
                <a:ea typeface="Aptos"/>
                <a:cs typeface="Aptos"/>
              </a:defRPr>
            </a:lvl9pPr>
          </a:lstStyle>
          <a:p xmlns:a="http://schemas.openxmlformats.org/drawingml/2006/main">
            <a:pPr>
              <a:defRPr sz="2400" b="1">
                <a:solidFill>
                  <a:srgbClr val="0D69B3"/>
                </a:solidFill>
                <a:latin typeface="Aptos"/>
                <a:ea typeface="Aptos"/>
                <a:cs typeface="Aptos"/>
              </a:defRPr>
            </a:pPr>
            <a:r>
              <a:rPr sz="2400" b="1">
                <a:solidFill>
                  <a:srgbClr val="0D69B3"/>
                </a:solidFill>
                <a:latin typeface="Aptos"/>
                <a:ea typeface="Aptos"/>
                <a:cs typeface="Aptos"/>
              </a:rPr>
              <a:t>54.9%</a:t>
            </a:r>
          </a:p>
        </p:txBody>
      </p:sp>
      <p:sp>
        <p:nvSpPr>
          <p:cNvPr id="9" name="">
            <a:extLst xmlns:a="http://schemas.openxmlformats.org/drawingml/2006/main">
              <a:ext uri="{FF2B5EF4-FFF2-40B4-BE49-F238E27FC236}">
                <a16:creationId xmlns:a16="http://schemas.microsoft.com/office/drawing/2014/main" id="{F6E8F779-09B2-473E-91B9-77598EC09FBB}"/>
              </a:ext>
            </a:extLst>
          </p:cNvPr>
          <p:cNvSpPr>
            <a:spLocks xmlns:a="http://schemas.openxmlformats.org/drawingml/2006/main" noGrp="1"/>
          </p:cNvSpPr>
          <p:nvPr/>
        </p:nvSpPr>
        <p:spPr>
          <a:xfrm xmlns:a="http://schemas.openxmlformats.org/drawingml/2006/main">
            <a:off x="504000" y="2880000"/>
            <a:ext cx="334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additional retained customers/month</a:t>
            </a:r>
          </a:p>
        </p:txBody>
      </p:sp>
      <p:sp>
        <p:nvSpPr>
          <p:cNvPr id="10" name="">
            <a:extLst xmlns:a="http://schemas.openxmlformats.org/drawingml/2006/main">
              <a:ext uri="{FF2B5EF4-FFF2-40B4-BE49-F238E27FC236}">
                <a16:creationId xmlns:a16="http://schemas.microsoft.com/office/drawing/2014/main" id="{75092F01-CBD2-465A-9B4A-1EA1D3787C0A}"/>
              </a:ext>
            </a:extLst>
          </p:cNvPr>
          <p:cNvSpPr>
            <a:spLocks xmlns:a="http://schemas.openxmlformats.org/drawingml/2006/main" noGrp="1"/>
          </p:cNvSpPr>
          <p:nvPr/>
        </p:nvSpPr>
        <p:spPr>
          <a:xfrm xmlns:a="http://schemas.openxmlformats.org/drawingml/2006/main">
            <a:off x="3996000" y="2880000"/>
            <a:ext cx="3060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base-case first-year ROI</a:t>
            </a:r>
          </a:p>
        </p:txBody>
      </p:sp>
      <p:sp>
        <p:nvSpPr>
          <p:cNvPr id="11" name="">
            <a:extLst xmlns:a="http://schemas.openxmlformats.org/drawingml/2006/main">
              <a:ext uri="{FF2B5EF4-FFF2-40B4-BE49-F238E27FC236}">
                <a16:creationId xmlns:a16="http://schemas.microsoft.com/office/drawing/2014/main" id="{53CA489C-A02B-404A-9480-9F82CDF8FD7A}"/>
              </a:ext>
            </a:extLst>
          </p:cNvPr>
          <p:cNvSpPr>
            <a:spLocks xmlns:a="http://schemas.openxmlformats.org/drawingml/2006/main" noGrp="1"/>
          </p:cNvSpPr>
          <p:nvPr/>
        </p:nvSpPr>
        <p:spPr>
          <a:xfrm xmlns:a="http://schemas.openxmlformats.org/drawingml/2006/main">
            <a:off x="504000" y="3096000"/>
            <a:ext cx="655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61738A"/>
                </a:solidFill>
                <a:latin typeface="Aptos"/>
                <a:ea typeface="Aptos"/>
                <a:cs typeface="Aptos"/>
              </a:defRPr>
            </a:defPPr>
            <a:lvl1pPr>
              <a:defRPr sz="900" b="0">
                <a:solidFill>
                  <a:srgbClr val="61738A"/>
                </a:solidFill>
                <a:latin typeface="Aptos"/>
                <a:ea typeface="Aptos"/>
                <a:cs typeface="Aptos"/>
              </a:defRPr>
            </a:lvl1pPr>
            <a:lvl2pPr>
              <a:defRPr sz="900" b="0">
                <a:solidFill>
                  <a:srgbClr val="61738A"/>
                </a:solidFill>
                <a:latin typeface="Aptos"/>
                <a:ea typeface="Aptos"/>
                <a:cs typeface="Aptos"/>
              </a:defRPr>
            </a:lvl2pPr>
            <a:lvl3pPr>
              <a:defRPr sz="900" b="0">
                <a:solidFill>
                  <a:srgbClr val="61738A"/>
                </a:solidFill>
                <a:latin typeface="Aptos"/>
                <a:ea typeface="Aptos"/>
                <a:cs typeface="Aptos"/>
              </a:defRPr>
            </a:lvl3pPr>
            <a:lvl4pPr>
              <a:defRPr sz="900" b="0">
                <a:solidFill>
                  <a:srgbClr val="61738A"/>
                </a:solidFill>
                <a:latin typeface="Aptos"/>
                <a:ea typeface="Aptos"/>
                <a:cs typeface="Aptos"/>
              </a:defRPr>
            </a:lvl4pPr>
            <a:lvl5pPr>
              <a:defRPr sz="900" b="0">
                <a:solidFill>
                  <a:srgbClr val="61738A"/>
                </a:solidFill>
                <a:latin typeface="Aptos"/>
                <a:ea typeface="Aptos"/>
                <a:cs typeface="Aptos"/>
              </a:defRPr>
            </a:lvl5pPr>
            <a:lvl6pPr>
              <a:defRPr sz="900" b="0">
                <a:solidFill>
                  <a:srgbClr val="61738A"/>
                </a:solidFill>
                <a:latin typeface="Aptos"/>
                <a:ea typeface="Aptos"/>
                <a:cs typeface="Aptos"/>
              </a:defRPr>
            </a:lvl6pPr>
            <a:lvl7pPr>
              <a:defRPr sz="900" b="0">
                <a:solidFill>
                  <a:srgbClr val="61738A"/>
                </a:solidFill>
                <a:latin typeface="Aptos"/>
                <a:ea typeface="Aptos"/>
                <a:cs typeface="Aptos"/>
              </a:defRPr>
            </a:lvl7pPr>
            <a:lvl8pPr>
              <a:defRPr sz="900" b="0">
                <a:solidFill>
                  <a:srgbClr val="61738A"/>
                </a:solidFill>
                <a:latin typeface="Aptos"/>
                <a:ea typeface="Aptos"/>
                <a:cs typeface="Aptos"/>
              </a:defRPr>
            </a:lvl8pPr>
            <a:lvl9pPr>
              <a:defRPr sz="900" b="0">
                <a:solidFill>
                  <a:srgbClr val="61738A"/>
                </a:solidFill>
                <a:latin typeface="Aptos"/>
                <a:ea typeface="Aptos"/>
                <a:cs typeface="Aptos"/>
              </a:defRPr>
            </a:lvl9pPr>
          </a:lstStyle>
          <a:p xmlns:a="http://schemas.openxmlformats.org/drawingml/2006/main">
            <a:pPr>
              <a:defRPr sz="900" b="0">
                <a:solidFill>
                  <a:srgbClr val="61738A"/>
                </a:solidFill>
                <a:latin typeface="Aptos"/>
                <a:ea typeface="Aptos"/>
                <a:cs typeface="Aptos"/>
              </a:defRPr>
            </a:pPr>
            <a:r>
              <a:rPr sz="900" b="0">
                <a:solidFill>
                  <a:srgbClr val="61738A"/>
                </a:solidFill>
                <a:latin typeface="Aptos"/>
                <a:ea typeface="Aptos"/>
                <a:cs typeface="Aptos"/>
              </a:rPr>
              <a:t>88,800 per year in the base scenario</a:t>
            </a:r>
          </a:p>
        </p:txBody>
      </p:sp>
      <p:sp>
        <p:nvSpPr>
          <p:cNvPr id="12" name="">
            <a:extLst xmlns:a="http://schemas.openxmlformats.org/drawingml/2006/main">
              <a:ext uri="{FF2B5EF4-FFF2-40B4-BE49-F238E27FC236}">
                <a16:creationId xmlns:a16="http://schemas.microsoft.com/office/drawing/2014/main" id="{4DA95C41-D09F-4835-A974-7F48FC0B5B34}"/>
              </a:ext>
            </a:extLst>
          </p:cNvPr>
          <p:cNvSpPr>
            <a:spLocks xmlns:a="http://schemas.openxmlformats.org/drawingml/2006/main" noGrp="1"/>
          </p:cNvSpPr>
          <p:nvPr/>
        </p:nvSpPr>
        <p:spPr>
          <a:xfrm xmlns:a="http://schemas.openxmlformats.org/drawingml/2006/main">
            <a:off x="504000" y="3384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142C48"/>
                </a:solidFill>
                <a:latin typeface="Aptos"/>
                <a:ea typeface="Aptos"/>
                <a:cs typeface="Aptos"/>
              </a:defRPr>
            </a:defPPr>
            <a:lvl1pPr>
              <a:defRPr sz="1000" b="0">
                <a:solidFill>
                  <a:srgbClr val="142C48"/>
                </a:solidFill>
                <a:latin typeface="Aptos"/>
                <a:ea typeface="Aptos"/>
                <a:cs typeface="Aptos"/>
              </a:defRPr>
            </a:lvl1pPr>
            <a:lvl2pPr>
              <a:defRPr sz="1000" b="0">
                <a:solidFill>
                  <a:srgbClr val="142C48"/>
                </a:solidFill>
                <a:latin typeface="Aptos"/>
                <a:ea typeface="Aptos"/>
                <a:cs typeface="Aptos"/>
              </a:defRPr>
            </a:lvl2pPr>
            <a:lvl3pPr>
              <a:defRPr sz="1000" b="0">
                <a:solidFill>
                  <a:srgbClr val="142C48"/>
                </a:solidFill>
                <a:latin typeface="Aptos"/>
                <a:ea typeface="Aptos"/>
                <a:cs typeface="Aptos"/>
              </a:defRPr>
            </a:lvl3pPr>
            <a:lvl4pPr>
              <a:defRPr sz="1000" b="0">
                <a:solidFill>
                  <a:srgbClr val="142C48"/>
                </a:solidFill>
                <a:latin typeface="Aptos"/>
                <a:ea typeface="Aptos"/>
                <a:cs typeface="Aptos"/>
              </a:defRPr>
            </a:lvl4pPr>
            <a:lvl5pPr>
              <a:defRPr sz="1000" b="0">
                <a:solidFill>
                  <a:srgbClr val="142C48"/>
                </a:solidFill>
                <a:latin typeface="Aptos"/>
                <a:ea typeface="Aptos"/>
                <a:cs typeface="Aptos"/>
              </a:defRPr>
            </a:lvl5pPr>
            <a:lvl6pPr>
              <a:defRPr sz="1000" b="0">
                <a:solidFill>
                  <a:srgbClr val="142C48"/>
                </a:solidFill>
                <a:latin typeface="Aptos"/>
                <a:ea typeface="Aptos"/>
                <a:cs typeface="Aptos"/>
              </a:defRPr>
            </a:lvl6pPr>
            <a:lvl7pPr>
              <a:defRPr sz="1000" b="0">
                <a:solidFill>
                  <a:srgbClr val="142C48"/>
                </a:solidFill>
                <a:latin typeface="Aptos"/>
                <a:ea typeface="Aptos"/>
                <a:cs typeface="Aptos"/>
              </a:defRPr>
            </a:lvl7pPr>
            <a:lvl8pPr>
              <a:defRPr sz="1000" b="0">
                <a:solidFill>
                  <a:srgbClr val="142C48"/>
                </a:solidFill>
                <a:latin typeface="Aptos"/>
                <a:ea typeface="Aptos"/>
                <a:cs typeface="Aptos"/>
              </a:defRPr>
            </a:lvl8pPr>
            <a:lvl9pPr>
              <a:defRPr sz="1000" b="0">
                <a:solidFill>
                  <a:srgbClr val="142C48"/>
                </a:solidFill>
                <a:latin typeface="Aptos"/>
                <a:ea typeface="Aptos"/>
                <a:cs typeface="Aptos"/>
              </a:defRPr>
            </a:lvl9pPr>
          </a:lstStyle>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Assumptions: VND 250k/month × 40% margin × 6 additional paid months.</a:t>
            </a:r>
          </a:p>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Year-one contribution depends on when retained cohorts enter the rollout.</a:t>
            </a:r>
          </a:p>
        </p:txBody>
      </p:sp>
      <p:graphicFrame>
        <p:nvGraphicFramePr>
          <p:cNvPr id="13" name="">
            <a:extLst xmlns:a="http://schemas.openxmlformats.org/drawingml/2006/main">
              <a:ext uri="{FF2B5EF4-FFF2-40B4-BE49-F238E27FC236}">
                <a16:creationId xmlns:a16="http://schemas.microsoft.com/office/drawing/2014/main" id="{ABAC5D67-B632-4835-BB41-60DA04806DEB}"/>
              </a:ext>
            </a:extLst>
          </p:cNvPr>
          <p:cNvGraphicFramePr/>
          <p:nvPr/>
        </p:nvGraphicFramePr>
        <p:xfrm>
          <a:off xmlns:a="http://schemas.openxmlformats.org/drawingml/2006/main" x="504000" y="3888000"/>
          <a:ext xmlns:a="http://schemas.openxmlformats.org/drawingml/2006/main" cx="6552000" cy="864000"/>
        </p:xfrm>
        <a:graphic xmlns:a="http://schemas.openxmlformats.org/drawingml/2006/main">
          <a:graphicData uri="http://schemas.openxmlformats.org/drawingml/2006/table">
            <a:tbl>
              <a:tblPr/>
              <a:tblGrid>
                <a:gridCol w="1152000"/>
                <a:gridCol w="2052000"/>
                <a:gridCol w="2052000"/>
                <a:gridCol w="1296000"/>
              </a:tblGrid>
              <a:tr h="288000">
                <a:tc>
                  <a:txBody>
                    <a:bodyPr/>
                    <a:lstStyle/>
                    <a:p>
                      <a:r>
                        <a:rPr sz="1050" b="1">
                          <a:solidFill>
                            <a:srgbClr val="0D69B3"/>
                          </a:solidFill>
                          <a:latin typeface="Aptos"/>
                          <a:ea typeface="Aptos"/>
                          <a:cs typeface="Aptos"/>
                        </a:rPr>
                        <a:t>Scenario</a:t>
                      </a:r>
                    </a:p>
                  </a:txBody>
                  <a:tcPr marL="47625" marR="47625" marT="19050" marB="19050">
                    <a:lnL w="3810">
                      <a:solidFill>
                        <a:srgbClr val="DAE3EB"/>
                      </a:solidFill>
                    </a:lnL>
                    <a:lnR w="3810">
                      <a:solidFill>
                        <a:srgbClr val="DAE3EB"/>
                      </a:solidFill>
                    </a:lnR>
                    <a:lnT w="3810">
                      <a:solidFill>
                        <a:srgbClr val="DAE3EB"/>
                      </a:solidFill>
                    </a:lnT>
                    <a:lnB w="3810">
                      <a:solidFill>
                        <a:srgbClr val="DAE3EB"/>
                      </a:solidFill>
                    </a:lnB>
                    <a:solidFill>
                      <a:srgbClr val="F4F8FC"/>
                    </a:solidFill>
                  </a:tcPr>
                </a:tc>
                <a:tc>
                  <a:txBody>
                    <a:bodyPr/>
                    <a:lstStyle/>
                    <a:p>
                      <a:r>
                        <a:rPr sz="1050" b="1">
                          <a:solidFill>
                            <a:srgbClr val="0D69B3"/>
                          </a:solidFill>
                          <a:latin typeface="Aptos"/>
                          <a:ea typeface="Aptos"/>
                          <a:cs typeface="Aptos"/>
                        </a:rPr>
                        <a:t>Year-one benefit</a:t>
                      </a:r>
                    </a:p>
                  </a:txBody>
                  <a:tcPr marL="47625" marR="47625" marT="19050" marB="19050">
                    <a:lnR w="3810">
                      <a:solidFill>
                        <a:srgbClr val="DAE3EB"/>
                      </a:solidFill>
                    </a:lnR>
                    <a:lnT w="3810">
                      <a:solidFill>
                        <a:srgbClr val="DAE3EB"/>
                      </a:solidFill>
                    </a:lnT>
                    <a:lnB w="3810">
                      <a:solidFill>
                        <a:srgbClr val="DAE3EB"/>
                      </a:solidFill>
                    </a:lnB>
                    <a:solidFill>
                      <a:srgbClr val="F4F8FC"/>
                    </a:solidFill>
                  </a:tcPr>
                </a:tc>
                <a:tc>
                  <a:txBody>
                    <a:bodyPr/>
                    <a:lstStyle/>
                    <a:p>
                      <a:r>
                        <a:rPr sz="1050" b="1">
                          <a:solidFill>
                            <a:srgbClr val="0D69B3"/>
                          </a:solidFill>
                          <a:latin typeface="Aptos"/>
                          <a:ea typeface="Aptos"/>
                          <a:cs typeface="Aptos"/>
                        </a:rPr>
                        <a:t>Net value</a:t>
                      </a:r>
                    </a:p>
                  </a:txBody>
                  <a:tcPr marL="47625" marR="47625" marT="19050" marB="19050">
                    <a:lnR w="3810">
                      <a:solidFill>
                        <a:srgbClr val="DAE3EB"/>
                      </a:solidFill>
                    </a:lnR>
                    <a:lnT w="3810">
                      <a:solidFill>
                        <a:srgbClr val="DAE3EB"/>
                      </a:solidFill>
                    </a:lnT>
                    <a:lnB w="3810">
                      <a:solidFill>
                        <a:srgbClr val="DAE3EB"/>
                      </a:solidFill>
                    </a:lnB>
                    <a:solidFill>
                      <a:srgbClr val="F4F8FC"/>
                    </a:solidFill>
                  </a:tcPr>
                </a:tc>
                <a:tc>
                  <a:txBody>
                    <a:bodyPr/>
                    <a:lstStyle/>
                    <a:p>
                      <a:r>
                        <a:rPr sz="1050" b="1">
                          <a:solidFill>
                            <a:srgbClr val="0D69B3"/>
                          </a:solidFill>
                          <a:latin typeface="Aptos"/>
                          <a:ea typeface="Aptos"/>
                          <a:cs typeface="Aptos"/>
                        </a:rPr>
                        <a:t>ROI</a:t>
                      </a:r>
                    </a:p>
                  </a:txBody>
                  <a:tcPr marL="47625" marR="47625" marT="19050" marB="19050">
                    <a:lnR w="3810">
                      <a:solidFill>
                        <a:srgbClr val="DAE3EB"/>
                      </a:solidFill>
                    </a:lnR>
                    <a:lnT w="3810">
                      <a:solidFill>
                        <a:srgbClr val="DAE3EB"/>
                      </a:solidFill>
                    </a:lnT>
                    <a:lnB w="3810">
                      <a:solidFill>
                        <a:srgbClr val="DAE3EB"/>
                      </a:solidFill>
                    </a:lnB>
                    <a:solidFill>
                      <a:srgbClr val="F4F8FC"/>
                    </a:solidFill>
                  </a:tcPr>
                </a:tc>
              </a:tr>
              <a:tr h="288000">
                <a:tc>
                  <a:txBody>
                    <a:bodyPr/>
                    <a:lstStyle/>
                    <a:p>
                      <a:r>
                        <a:rPr sz="1050" b="0">
                          <a:solidFill>
                            <a:srgbClr val="142C48"/>
                          </a:solidFill>
                          <a:latin typeface="Aptos"/>
                          <a:ea typeface="Aptos"/>
                          <a:cs typeface="Aptos"/>
                        </a:rPr>
                        <a:t>Base</a:t>
                      </a:r>
                    </a:p>
                  </a:txBody>
                  <a:tcPr marL="47625" marR="47625" marT="19050" marB="19050">
                    <a:lnL w="3810">
                      <a:solidFill>
                        <a:srgbClr val="DAE3EB"/>
                      </a:solidFill>
                    </a:lnL>
                    <a:lnR w="3810">
                      <a:solidFill>
                        <a:srgbClr val="DAE3EB"/>
                      </a:solidFill>
                    </a:lnR>
                    <a:lnB w="3810">
                      <a:solidFill>
                        <a:srgbClr val="DAE3EB"/>
                      </a:solidFill>
                    </a:lnB>
                    <a:solidFill>
                      <a:srgbClr val="FFFFFF"/>
                    </a:solidFill>
                  </a:tcPr>
                </a:tc>
                <a:tc>
                  <a:txBody>
                    <a:bodyPr/>
                    <a:lstStyle/>
                    <a:p>
                      <a:r>
                        <a:rPr sz="1050" b="0">
                          <a:solidFill>
                            <a:srgbClr val="142C48"/>
                          </a:solidFill>
                          <a:latin typeface="Aptos"/>
                          <a:ea typeface="Aptos"/>
                          <a:cs typeface="Aptos"/>
                        </a:rPr>
                        <a:t>VND 42.180bn</a:t>
                      </a:r>
                    </a:p>
                  </a:txBody>
                  <a:tcPr marL="47625" marR="47625" marT="19050" marB="19050">
                    <a:lnR w="3810">
                      <a:solidFill>
                        <a:srgbClr val="DAE3EB"/>
                      </a:solidFill>
                    </a:lnR>
                    <a:lnB w="3810">
                      <a:solidFill>
                        <a:srgbClr val="DAE3EB"/>
                      </a:solidFill>
                    </a:lnB>
                    <a:solidFill>
                      <a:srgbClr val="FFFFFF"/>
                    </a:solidFill>
                  </a:tcPr>
                </a:tc>
                <a:tc>
                  <a:txBody>
                    <a:bodyPr/>
                    <a:lstStyle/>
                    <a:p>
                      <a:r>
                        <a:rPr sz="1050" b="0">
                          <a:solidFill>
                            <a:srgbClr val="142C48"/>
                          </a:solidFill>
                          <a:latin typeface="Aptos"/>
                          <a:ea typeface="Aptos"/>
                          <a:cs typeface="Aptos"/>
                        </a:rPr>
                        <a:t>VND 14.948bn</a:t>
                      </a:r>
                    </a:p>
                  </a:txBody>
                  <a:tcPr marL="47625" marR="47625" marT="19050" marB="19050">
                    <a:lnR w="3810">
                      <a:solidFill>
                        <a:srgbClr val="DAE3EB"/>
                      </a:solidFill>
                    </a:lnR>
                    <a:lnB w="3810">
                      <a:solidFill>
                        <a:srgbClr val="DAE3EB"/>
                      </a:solidFill>
                    </a:lnB>
                    <a:solidFill>
                      <a:srgbClr val="FFFFFF"/>
                    </a:solidFill>
                  </a:tcPr>
                </a:tc>
                <a:tc>
                  <a:txBody>
                    <a:bodyPr/>
                    <a:lstStyle/>
                    <a:p>
                      <a:r>
                        <a:rPr sz="1050" b="0">
                          <a:solidFill>
                            <a:srgbClr val="142C48"/>
                          </a:solidFill>
                          <a:latin typeface="Aptos"/>
                          <a:ea typeface="Aptos"/>
                          <a:cs typeface="Aptos"/>
                        </a:rPr>
                        <a:t>54.9%</a:t>
                      </a:r>
                    </a:p>
                  </a:txBody>
                  <a:tcPr marL="47625" marR="47625" marT="19050" marB="19050">
                    <a:lnR w="3810">
                      <a:solidFill>
                        <a:srgbClr val="DAE3EB"/>
                      </a:solidFill>
                    </a:lnR>
                    <a:lnB w="3810">
                      <a:solidFill>
                        <a:srgbClr val="DAE3EB"/>
                      </a:solidFill>
                    </a:lnB>
                    <a:solidFill>
                      <a:srgbClr val="FFFFFF"/>
                    </a:solidFill>
                  </a:tcPr>
                </a:tc>
              </a:tr>
              <a:tr h="288000">
                <a:tc>
                  <a:txBody>
                    <a:bodyPr/>
                    <a:lstStyle/>
                    <a:p>
                      <a:r>
                        <a:rPr sz="1050" b="0">
                          <a:solidFill>
                            <a:srgbClr val="142C48"/>
                          </a:solidFill>
                          <a:latin typeface="Aptos"/>
                          <a:ea typeface="Aptos"/>
                          <a:cs typeface="Aptos"/>
                        </a:rPr>
                        <a:t>High</a:t>
                      </a:r>
                    </a:p>
                  </a:txBody>
                  <a:tcPr marL="47625" marR="47625" marT="19050" marB="19050">
                    <a:lnL w="3810">
                      <a:solidFill>
                        <a:srgbClr val="DAE3EB"/>
                      </a:solidFill>
                    </a:lnL>
                    <a:lnR w="3810">
                      <a:solidFill>
                        <a:srgbClr val="DAE3EB"/>
                      </a:solidFill>
                    </a:lnR>
                    <a:lnB w="3810">
                      <a:solidFill>
                        <a:srgbClr val="DAE3EB"/>
                      </a:solidFill>
                    </a:lnB>
                    <a:solidFill>
                      <a:srgbClr val="FFFFFF"/>
                    </a:solidFill>
                  </a:tcPr>
                </a:tc>
                <a:tc>
                  <a:txBody>
                    <a:bodyPr/>
                    <a:lstStyle/>
                    <a:p>
                      <a:r>
                        <a:rPr sz="1050" b="0">
                          <a:solidFill>
                            <a:srgbClr val="142C48"/>
                          </a:solidFill>
                          <a:latin typeface="Aptos"/>
                          <a:ea typeface="Aptos"/>
                          <a:cs typeface="Aptos"/>
                        </a:rPr>
                        <a:t>VND 63.270bn</a:t>
                      </a:r>
                    </a:p>
                  </a:txBody>
                  <a:tcPr marL="47625" marR="47625" marT="19050" marB="19050">
                    <a:lnR w="3810">
                      <a:solidFill>
                        <a:srgbClr val="DAE3EB"/>
                      </a:solidFill>
                    </a:lnR>
                    <a:lnB w="3810">
                      <a:solidFill>
                        <a:srgbClr val="DAE3EB"/>
                      </a:solidFill>
                    </a:lnB>
                    <a:solidFill>
                      <a:srgbClr val="FFFFFF"/>
                    </a:solidFill>
                  </a:tcPr>
                </a:tc>
                <a:tc>
                  <a:txBody>
                    <a:bodyPr/>
                    <a:lstStyle/>
                    <a:p>
                      <a:r>
                        <a:rPr sz="1050" b="0">
                          <a:solidFill>
                            <a:srgbClr val="142C48"/>
                          </a:solidFill>
                          <a:latin typeface="Aptos"/>
                          <a:ea typeface="Aptos"/>
                          <a:cs typeface="Aptos"/>
                        </a:rPr>
                        <a:t>VND 36.038bn</a:t>
                      </a:r>
                    </a:p>
                  </a:txBody>
                  <a:tcPr marL="47625" marR="47625" marT="19050" marB="19050">
                    <a:lnR w="3810">
                      <a:solidFill>
                        <a:srgbClr val="DAE3EB"/>
                      </a:solidFill>
                    </a:lnR>
                    <a:lnB w="3810">
                      <a:solidFill>
                        <a:srgbClr val="DAE3EB"/>
                      </a:solidFill>
                    </a:lnB>
                    <a:solidFill>
                      <a:srgbClr val="FFFFFF"/>
                    </a:solidFill>
                  </a:tcPr>
                </a:tc>
                <a:tc>
                  <a:txBody>
                    <a:bodyPr/>
                    <a:lstStyle/>
                    <a:p>
                      <a:r>
                        <a:rPr sz="1050" b="0">
                          <a:solidFill>
                            <a:srgbClr val="142C48"/>
                          </a:solidFill>
                          <a:latin typeface="Aptos"/>
                          <a:ea typeface="Aptos"/>
                          <a:cs typeface="Aptos"/>
                        </a:rPr>
                        <a:t>132.3%</a:t>
                      </a:r>
                    </a:p>
                  </a:txBody>
                  <a:tcPr marL="47625" marR="47625" marT="19050" marB="19050">
                    <a:lnR w="3810">
                      <a:solidFill>
                        <a:srgbClr val="DAE3EB"/>
                      </a:solidFill>
                    </a:lnR>
                    <a:lnB w="3810">
                      <a:solidFill>
                        <a:srgbClr val="DAE3EB"/>
                      </a:solidFill>
                    </a:lnB>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C54E562E-A642-4230-B4DB-610C61F8F73C}"/>
              </a:ext>
            </a:extLst>
          </p:cNvPr>
          <p:cNvSpPr>
            <a:spLocks xmlns:a="http://schemas.openxmlformats.org/drawingml/2006/main" noGrp="1"/>
          </p:cNvSpPr>
          <p:nvPr/>
        </p:nvSpPr>
        <p:spPr>
          <a:xfrm xmlns:a="http://schemas.openxmlformats.org/drawingml/2006/main">
            <a:off x="504000" y="4932000"/>
            <a:ext cx="65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Implied first-year cost: VND 27.232bn. Break-even: ~57,331 additional</a:t>
            </a:r>
          </a:p>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retained customers/year (~65% of the base target). Assumptions, not measured impact.</a:t>
            </a:r>
          </a:p>
        </p:txBody>
      </p:sp>
      <p:sp>
        <p:nvSpPr>
          <p:cNvPr id="15" name="">
            <a:extLst xmlns:a="http://schemas.openxmlformats.org/drawingml/2006/main">
              <a:ext uri="{FF2B5EF4-FFF2-40B4-BE49-F238E27FC236}">
                <a16:creationId xmlns:a16="http://schemas.microsoft.com/office/drawing/2014/main" id="{91210AB7-1437-4D0B-B2C6-7F279BECC01F}"/>
              </a:ext>
            </a:extLst>
          </p:cNvPr>
          <p:cNvSpPr>
            <a:spLocks xmlns:a="http://schemas.openxmlformats.org/drawingml/2006/main" noGrp="1"/>
          </p:cNvSpPr>
          <p:nvPr/>
        </p:nvSpPr>
        <p:spPr>
          <a:xfrm xmlns:a="http://schemas.openxmlformats.org/drawingml/2006/main">
            <a:off x="504000" y="5580000"/>
            <a:ext cx="6552000" cy="9000"/>
          </a:xfrm>
          <a:prstGeom xmlns:a="http://schemas.openxmlformats.org/drawingml/2006/main" prst="rect">
            <a:avLst/>
          </a:prstGeom>
          <a:solidFill xmlns:a="http://schemas.openxmlformats.org/drawingml/2006/main">
            <a:srgbClr val="DAE3E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5A85B90-EC97-4E50-B165-51FE41E5A1A1}"/>
              </a:ext>
            </a:extLst>
          </p:cNvPr>
          <p:cNvSpPr>
            <a:spLocks xmlns:a="http://schemas.openxmlformats.org/drawingml/2006/main" noGrp="1"/>
          </p:cNvSpPr>
          <p:nvPr/>
        </p:nvSpPr>
        <p:spPr>
          <a:xfrm xmlns:a="http://schemas.openxmlformats.org/drawingml/2006/main">
            <a:off x="504000" y="5796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Testing and pilot evaluation</a:t>
            </a:r>
          </a:p>
        </p:txBody>
      </p:sp>
      <p:sp>
        <p:nvSpPr>
          <p:cNvPr id="17" name="">
            <a:extLst xmlns:a="http://schemas.openxmlformats.org/drawingml/2006/main">
              <a:ext uri="{FF2B5EF4-FFF2-40B4-BE49-F238E27FC236}">
                <a16:creationId xmlns:a16="http://schemas.microsoft.com/office/drawing/2014/main" id="{1C7391AE-2AFC-4556-9DCE-7053BACD7406}"/>
              </a:ext>
            </a:extLst>
          </p:cNvPr>
          <p:cNvSpPr>
            <a:spLocks xmlns:a="http://schemas.openxmlformats.org/drawingml/2006/main" noGrp="1"/>
          </p:cNvSpPr>
          <p:nvPr/>
        </p:nvSpPr>
        <p:spPr>
          <a:xfrm xmlns:a="http://schemas.openxmlformats.org/drawingml/2006/main">
            <a:off x="504000" y="6156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Checks passed: access/privacy, four AI outputs, consent/opt-out controls,</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ticket drafts and reply persistence. Full browser send/reply journey unverified.</a:t>
            </a:r>
          </a:p>
        </p:txBody>
      </p:sp>
      <p:sp>
        <p:nvSpPr>
          <p:cNvPr id="18" name="">
            <a:extLst xmlns:a="http://schemas.openxmlformats.org/drawingml/2006/main">
              <a:ext uri="{FF2B5EF4-FFF2-40B4-BE49-F238E27FC236}">
                <a16:creationId xmlns:a16="http://schemas.microsoft.com/office/drawing/2014/main" id="{A229F45E-C667-4F7D-B7BE-F5553DD656CC}"/>
              </a:ext>
            </a:extLst>
          </p:cNvPr>
          <p:cNvSpPr>
            <a:spLocks xmlns:a="http://schemas.openxmlformats.org/drawingml/2006/main" noGrp="1"/>
          </p:cNvSpPr>
          <p:nvPr/>
        </p:nvSpPr>
        <p:spPr>
          <a:xfrm xmlns:a="http://schemas.openxmlformats.org/drawingml/2006/main">
            <a:off x="504000" y="6588000"/>
            <a:ext cx="655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0">
                <a:solidFill>
                  <a:srgbClr val="61738A"/>
                </a:solidFill>
                <a:latin typeface="Aptos"/>
                <a:ea typeface="Aptos"/>
                <a:cs typeface="Aptos"/>
              </a:defRPr>
            </a:defPPr>
            <a:lvl1pPr>
              <a:defRPr sz="950" b="0">
                <a:solidFill>
                  <a:srgbClr val="61738A"/>
                </a:solidFill>
                <a:latin typeface="Aptos"/>
                <a:ea typeface="Aptos"/>
                <a:cs typeface="Aptos"/>
              </a:defRPr>
            </a:lvl1pPr>
            <a:lvl2pPr>
              <a:defRPr sz="950" b="0">
                <a:solidFill>
                  <a:srgbClr val="61738A"/>
                </a:solidFill>
                <a:latin typeface="Aptos"/>
                <a:ea typeface="Aptos"/>
                <a:cs typeface="Aptos"/>
              </a:defRPr>
            </a:lvl2pPr>
            <a:lvl3pPr>
              <a:defRPr sz="950" b="0">
                <a:solidFill>
                  <a:srgbClr val="61738A"/>
                </a:solidFill>
                <a:latin typeface="Aptos"/>
                <a:ea typeface="Aptos"/>
                <a:cs typeface="Aptos"/>
              </a:defRPr>
            </a:lvl3pPr>
            <a:lvl4pPr>
              <a:defRPr sz="950" b="0">
                <a:solidFill>
                  <a:srgbClr val="61738A"/>
                </a:solidFill>
                <a:latin typeface="Aptos"/>
                <a:ea typeface="Aptos"/>
                <a:cs typeface="Aptos"/>
              </a:defRPr>
            </a:lvl4pPr>
            <a:lvl5pPr>
              <a:defRPr sz="950" b="0">
                <a:solidFill>
                  <a:srgbClr val="61738A"/>
                </a:solidFill>
                <a:latin typeface="Aptos"/>
                <a:ea typeface="Aptos"/>
                <a:cs typeface="Aptos"/>
              </a:defRPr>
            </a:lvl5pPr>
            <a:lvl6pPr>
              <a:defRPr sz="950" b="0">
                <a:solidFill>
                  <a:srgbClr val="61738A"/>
                </a:solidFill>
                <a:latin typeface="Aptos"/>
                <a:ea typeface="Aptos"/>
                <a:cs typeface="Aptos"/>
              </a:defRPr>
            </a:lvl6pPr>
            <a:lvl7pPr>
              <a:defRPr sz="950" b="0">
                <a:solidFill>
                  <a:srgbClr val="61738A"/>
                </a:solidFill>
                <a:latin typeface="Aptos"/>
                <a:ea typeface="Aptos"/>
                <a:cs typeface="Aptos"/>
              </a:defRPr>
            </a:lvl7pPr>
            <a:lvl8pPr>
              <a:defRPr sz="950" b="0">
                <a:solidFill>
                  <a:srgbClr val="61738A"/>
                </a:solidFill>
                <a:latin typeface="Aptos"/>
                <a:ea typeface="Aptos"/>
                <a:cs typeface="Aptos"/>
              </a:defRPr>
            </a:lvl8pPr>
            <a:lvl9pPr>
              <a:defRPr sz="950" b="0">
                <a:solidFill>
                  <a:srgbClr val="61738A"/>
                </a:solidFill>
                <a:latin typeface="Aptos"/>
                <a:ea typeface="Aptos"/>
                <a:cs typeface="Aptos"/>
              </a:defRPr>
            </a:lvl9pPr>
          </a:lstStyle>
          <a:p xmlns:a="http://schemas.openxmlformats.org/drawingml/2006/main">
            <a:pPr>
              <a:defRPr sz="950" b="0">
                <a:solidFill>
                  <a:srgbClr val="61738A"/>
                </a:solidFill>
                <a:latin typeface="Aptos"/>
                <a:ea typeface="Aptos"/>
                <a:cs typeface="Aptos"/>
              </a:defRPr>
            </a:pPr>
            <a:r>
              <a:rPr sz="950" b="0">
                <a:solidFill>
                  <a:srgbClr val="61738A"/>
                </a:solidFill>
                <a:latin typeface="Aptos"/>
                <a:ea typeface="Aptos"/>
                <a:cs typeface="Aptos"/>
              </a:rPr>
              <a:t>One legacy test-data issue remains open.</a:t>
            </a:r>
          </a:p>
        </p:txBody>
      </p:sp>
      <p:sp>
        <p:nvSpPr>
          <p:cNvPr id="19" name="">
            <a:extLst xmlns:a="http://schemas.openxmlformats.org/drawingml/2006/main">
              <a:ext uri="{FF2B5EF4-FFF2-40B4-BE49-F238E27FC236}">
                <a16:creationId xmlns:a16="http://schemas.microsoft.com/office/drawing/2014/main" id="{099E4D4F-6AEA-4132-A773-BFBCEA0797A7}"/>
              </a:ext>
            </a:extLst>
          </p:cNvPr>
          <p:cNvSpPr>
            <a:spLocks xmlns:a="http://schemas.openxmlformats.org/drawingml/2006/main" noGrp="1"/>
          </p:cNvSpPr>
          <p:nvPr/>
        </p:nvSpPr>
        <p:spPr>
          <a:xfrm xmlns:a="http://schemas.openxmlformats.org/drawingml/2006/main">
            <a:off x="504000" y="6876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Next: randomise eligible customers to the new workflow or current process.</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Measure incremental retention, net contribution, handling time and opt-out.</a:t>
            </a:r>
          </a:p>
        </p:txBody>
      </p:sp>
      <p:sp>
        <p:nvSpPr>
          <p:cNvPr id="20" name="">
            <a:extLst xmlns:a="http://schemas.openxmlformats.org/drawingml/2006/main">
              <a:ext uri="{FF2B5EF4-FFF2-40B4-BE49-F238E27FC236}">
                <a16:creationId xmlns:a16="http://schemas.microsoft.com/office/drawing/2014/main" id="{68C1AB3E-713A-4CF3-9FA5-8F4F0D0BD2A7}"/>
              </a:ext>
            </a:extLst>
          </p:cNvPr>
          <p:cNvSpPr>
            <a:spLocks xmlns:a="http://schemas.openxmlformats.org/drawingml/2006/main" noGrp="1"/>
          </p:cNvSpPr>
          <p:nvPr/>
        </p:nvSpPr>
        <p:spPr>
          <a:xfrm xmlns:a="http://schemas.openxmlformats.org/drawingml/2006/main">
            <a:off x="504000" y="7452000"/>
            <a:ext cx="6552000" cy="9000"/>
          </a:xfrm>
          <a:prstGeom xmlns:a="http://schemas.openxmlformats.org/drawingml/2006/main" prst="rect">
            <a:avLst/>
          </a:prstGeom>
          <a:solidFill xmlns:a="http://schemas.openxmlformats.org/drawingml/2006/main">
            <a:srgbClr val="DAE3E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B3E99EC-06B8-4091-879B-0B8ED2366235}"/>
              </a:ext>
            </a:extLst>
          </p:cNvPr>
          <p:cNvSpPr>
            <a:spLocks xmlns:a="http://schemas.openxmlformats.org/drawingml/2006/main" noGrp="1"/>
          </p:cNvSpPr>
          <p:nvPr/>
        </p:nvSpPr>
        <p:spPr>
          <a:xfrm xmlns:a="http://schemas.openxmlformats.org/drawingml/2006/main">
            <a:off x="504000" y="7632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Gated implementation roadmap</a:t>
            </a:r>
          </a:p>
        </p:txBody>
      </p:sp>
      <p:sp>
        <p:nvSpPr>
          <p:cNvPr id="22" name="">
            <a:extLst xmlns:a="http://schemas.openxmlformats.org/drawingml/2006/main">
              <a:ext uri="{FF2B5EF4-FFF2-40B4-BE49-F238E27FC236}">
                <a16:creationId xmlns:a16="http://schemas.microsoft.com/office/drawing/2014/main" id="{1023A97F-E081-4819-954E-B15E6D0671DF}"/>
              </a:ext>
            </a:extLst>
          </p:cNvPr>
          <p:cNvSpPr>
            <a:spLocks xmlns:a="http://schemas.openxmlformats.org/drawingml/2006/main" noGrp="1"/>
          </p:cNvSpPr>
          <p:nvPr/>
        </p:nvSpPr>
        <p:spPr>
          <a:xfrm xmlns:a="http://schemas.openxmlformats.org/drawingml/2006/main">
            <a:off x="504000" y="8028000"/>
            <a:ext cx="1764000" cy="36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0D69B3"/>
                </a:solidFill>
                <a:latin typeface="Aptos"/>
                <a:ea typeface="Aptos"/>
                <a:cs typeface="Aptos"/>
              </a:defRPr>
            </a:defPPr>
            <a:lvl1pPr>
              <a:defRPr sz="1050" b="1">
                <a:solidFill>
                  <a:srgbClr val="0D69B3"/>
                </a:solidFill>
                <a:latin typeface="Aptos"/>
                <a:ea typeface="Aptos"/>
                <a:cs typeface="Aptos"/>
              </a:defRPr>
            </a:lvl1pPr>
            <a:lvl2pPr>
              <a:defRPr sz="1050" b="1">
                <a:solidFill>
                  <a:srgbClr val="0D69B3"/>
                </a:solidFill>
                <a:latin typeface="Aptos"/>
                <a:ea typeface="Aptos"/>
                <a:cs typeface="Aptos"/>
              </a:defRPr>
            </a:lvl2pPr>
            <a:lvl3pPr>
              <a:defRPr sz="1050" b="1">
                <a:solidFill>
                  <a:srgbClr val="0D69B3"/>
                </a:solidFill>
                <a:latin typeface="Aptos"/>
                <a:ea typeface="Aptos"/>
                <a:cs typeface="Aptos"/>
              </a:defRPr>
            </a:lvl3pPr>
            <a:lvl4pPr>
              <a:defRPr sz="1050" b="1">
                <a:solidFill>
                  <a:srgbClr val="0D69B3"/>
                </a:solidFill>
                <a:latin typeface="Aptos"/>
                <a:ea typeface="Aptos"/>
                <a:cs typeface="Aptos"/>
              </a:defRPr>
            </a:lvl4pPr>
            <a:lvl5pPr>
              <a:defRPr sz="1050" b="1">
                <a:solidFill>
                  <a:srgbClr val="0D69B3"/>
                </a:solidFill>
                <a:latin typeface="Aptos"/>
                <a:ea typeface="Aptos"/>
                <a:cs typeface="Aptos"/>
              </a:defRPr>
            </a:lvl5pPr>
            <a:lvl6pPr>
              <a:defRPr sz="1050" b="1">
                <a:solidFill>
                  <a:srgbClr val="0D69B3"/>
                </a:solidFill>
                <a:latin typeface="Aptos"/>
                <a:ea typeface="Aptos"/>
                <a:cs typeface="Aptos"/>
              </a:defRPr>
            </a:lvl6pPr>
            <a:lvl7pPr>
              <a:defRPr sz="1050" b="1">
                <a:solidFill>
                  <a:srgbClr val="0D69B3"/>
                </a:solidFill>
                <a:latin typeface="Aptos"/>
                <a:ea typeface="Aptos"/>
                <a:cs typeface="Aptos"/>
              </a:defRPr>
            </a:lvl7pPr>
            <a:lvl8pPr>
              <a:defRPr sz="1050" b="1">
                <a:solidFill>
                  <a:srgbClr val="0D69B3"/>
                </a:solidFill>
                <a:latin typeface="Aptos"/>
                <a:ea typeface="Aptos"/>
                <a:cs typeface="Aptos"/>
              </a:defRPr>
            </a:lvl8pPr>
            <a:lvl9pPr>
              <a:defRPr sz="1050" b="1">
                <a:solidFill>
                  <a:srgbClr val="0D69B3"/>
                </a:solidFill>
                <a:latin typeface="Aptos"/>
                <a:ea typeface="Aptos"/>
                <a:cs typeface="Aptos"/>
              </a:defRPr>
            </a:lvl9pPr>
          </a:lstStyle>
          <a:p xmlns:a="http://schemas.openxmlformats.org/drawingml/2006/main">
            <a:pPr>
              <a:defRPr sz="1050" b="1">
                <a:solidFill>
                  <a:srgbClr val="0D69B3"/>
                </a:solidFill>
                <a:latin typeface="Aptos"/>
                <a:ea typeface="Aptos"/>
                <a:cs typeface="Aptos"/>
              </a:defRPr>
            </a:pPr>
            <a:r>
              <a:rPr sz="1050" b="1">
                <a:solidFill>
                  <a:srgbClr val="0D69B3"/>
                </a:solidFill>
                <a:latin typeface="Aptos"/>
                <a:ea typeface="Aptos"/>
                <a:cs typeface="Aptos"/>
              </a:rPr>
              <a:t>1  Core engineering</a:t>
            </a:r>
          </a:p>
        </p:txBody>
      </p:sp>
      <p:sp>
        <p:nvSpPr>
          <p:cNvPr id="23" name="">
            <a:extLst xmlns:a="http://schemas.openxmlformats.org/drawingml/2006/main">
              <a:ext uri="{FF2B5EF4-FFF2-40B4-BE49-F238E27FC236}">
                <a16:creationId xmlns:a16="http://schemas.microsoft.com/office/drawing/2014/main" id="{E7761562-4E19-4ACF-AE5F-091C1427E6EF}"/>
              </a:ext>
            </a:extLst>
          </p:cNvPr>
          <p:cNvSpPr>
            <a:spLocks xmlns:a="http://schemas.openxmlformats.org/drawingml/2006/main" noGrp="1"/>
          </p:cNvSpPr>
          <p:nvPr/>
        </p:nvSpPr>
        <p:spPr>
          <a:xfrm xmlns:a="http://schemas.openxmlformats.org/drawingml/2006/main">
            <a:off x="2412000" y="8028000"/>
            <a:ext cx="4644000" cy="36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Complete the care workflow, testing, data and policy sign-off.</a:t>
            </a:r>
          </a:p>
        </p:txBody>
      </p:sp>
      <p:sp>
        <p:nvSpPr>
          <p:cNvPr id="24" name="">
            <a:extLst xmlns:a="http://schemas.openxmlformats.org/drawingml/2006/main">
              <a:ext uri="{FF2B5EF4-FFF2-40B4-BE49-F238E27FC236}">
                <a16:creationId xmlns:a16="http://schemas.microsoft.com/office/drawing/2014/main" id="{44881496-48E1-4063-9A27-A5419C89683B}"/>
              </a:ext>
            </a:extLst>
          </p:cNvPr>
          <p:cNvSpPr>
            <a:spLocks xmlns:a="http://schemas.openxmlformats.org/drawingml/2006/main" noGrp="1"/>
          </p:cNvSpPr>
          <p:nvPr/>
        </p:nvSpPr>
        <p:spPr>
          <a:xfrm xmlns:a="http://schemas.openxmlformats.org/drawingml/2006/main">
            <a:off x="504000" y="8460000"/>
            <a:ext cx="1764000" cy="36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0D69B3"/>
                </a:solidFill>
                <a:latin typeface="Aptos"/>
                <a:ea typeface="Aptos"/>
                <a:cs typeface="Aptos"/>
              </a:defRPr>
            </a:defPPr>
            <a:lvl1pPr>
              <a:defRPr sz="1050" b="1">
                <a:solidFill>
                  <a:srgbClr val="0D69B3"/>
                </a:solidFill>
                <a:latin typeface="Aptos"/>
                <a:ea typeface="Aptos"/>
                <a:cs typeface="Aptos"/>
              </a:defRPr>
            </a:lvl1pPr>
            <a:lvl2pPr>
              <a:defRPr sz="1050" b="1">
                <a:solidFill>
                  <a:srgbClr val="0D69B3"/>
                </a:solidFill>
                <a:latin typeface="Aptos"/>
                <a:ea typeface="Aptos"/>
                <a:cs typeface="Aptos"/>
              </a:defRPr>
            </a:lvl2pPr>
            <a:lvl3pPr>
              <a:defRPr sz="1050" b="1">
                <a:solidFill>
                  <a:srgbClr val="0D69B3"/>
                </a:solidFill>
                <a:latin typeface="Aptos"/>
                <a:ea typeface="Aptos"/>
                <a:cs typeface="Aptos"/>
              </a:defRPr>
            </a:lvl3pPr>
            <a:lvl4pPr>
              <a:defRPr sz="1050" b="1">
                <a:solidFill>
                  <a:srgbClr val="0D69B3"/>
                </a:solidFill>
                <a:latin typeface="Aptos"/>
                <a:ea typeface="Aptos"/>
                <a:cs typeface="Aptos"/>
              </a:defRPr>
            </a:lvl4pPr>
            <a:lvl5pPr>
              <a:defRPr sz="1050" b="1">
                <a:solidFill>
                  <a:srgbClr val="0D69B3"/>
                </a:solidFill>
                <a:latin typeface="Aptos"/>
                <a:ea typeface="Aptos"/>
                <a:cs typeface="Aptos"/>
              </a:defRPr>
            </a:lvl5pPr>
            <a:lvl6pPr>
              <a:defRPr sz="1050" b="1">
                <a:solidFill>
                  <a:srgbClr val="0D69B3"/>
                </a:solidFill>
                <a:latin typeface="Aptos"/>
                <a:ea typeface="Aptos"/>
                <a:cs typeface="Aptos"/>
              </a:defRPr>
            </a:lvl6pPr>
            <a:lvl7pPr>
              <a:defRPr sz="1050" b="1">
                <a:solidFill>
                  <a:srgbClr val="0D69B3"/>
                </a:solidFill>
                <a:latin typeface="Aptos"/>
                <a:ea typeface="Aptos"/>
                <a:cs typeface="Aptos"/>
              </a:defRPr>
            </a:lvl7pPr>
            <a:lvl8pPr>
              <a:defRPr sz="1050" b="1">
                <a:solidFill>
                  <a:srgbClr val="0D69B3"/>
                </a:solidFill>
                <a:latin typeface="Aptos"/>
                <a:ea typeface="Aptos"/>
                <a:cs typeface="Aptos"/>
              </a:defRPr>
            </a:lvl8pPr>
            <a:lvl9pPr>
              <a:defRPr sz="1050" b="1">
                <a:solidFill>
                  <a:srgbClr val="0D69B3"/>
                </a:solidFill>
                <a:latin typeface="Aptos"/>
                <a:ea typeface="Aptos"/>
                <a:cs typeface="Aptos"/>
              </a:defRPr>
            </a:lvl9pPr>
          </a:lstStyle>
          <a:p xmlns:a="http://schemas.openxmlformats.org/drawingml/2006/main">
            <a:pPr>
              <a:defRPr sz="1050" b="1">
                <a:solidFill>
                  <a:srgbClr val="0D69B3"/>
                </a:solidFill>
                <a:latin typeface="Aptos"/>
                <a:ea typeface="Aptos"/>
                <a:cs typeface="Aptos"/>
              </a:defRPr>
            </a:pPr>
            <a:r>
              <a:rPr sz="1050" b="1">
                <a:solidFill>
                  <a:srgbClr val="0D69B3"/>
                </a:solidFill>
                <a:latin typeface="Aptos"/>
                <a:ea typeface="Aptos"/>
                <a:cs typeface="Aptos"/>
              </a:rPr>
              <a:t>2  Binh Duong pilot</a:t>
            </a:r>
          </a:p>
        </p:txBody>
      </p:sp>
      <p:sp>
        <p:nvSpPr>
          <p:cNvPr id="25" name="">
            <a:extLst xmlns:a="http://schemas.openxmlformats.org/drawingml/2006/main">
              <a:ext uri="{FF2B5EF4-FFF2-40B4-BE49-F238E27FC236}">
                <a16:creationId xmlns:a16="http://schemas.microsoft.com/office/drawing/2014/main" id="{4733599C-4405-45D6-BB37-E3174FFFBEAA}"/>
              </a:ext>
            </a:extLst>
          </p:cNvPr>
          <p:cNvSpPr>
            <a:spLocks xmlns:a="http://schemas.openxmlformats.org/drawingml/2006/main" noGrp="1"/>
          </p:cNvSpPr>
          <p:nvPr/>
        </p:nvSpPr>
        <p:spPr>
          <a:xfrm xmlns:a="http://schemas.openxmlformats.org/drawingml/2006/main">
            <a:off x="2412000" y="8460000"/>
            <a:ext cx="4644000" cy="36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Diagnostic AI, assisted outreach, then Chat-to-Ticket.</a:t>
            </a:r>
          </a:p>
        </p:txBody>
      </p:sp>
      <p:sp>
        <p:nvSpPr>
          <p:cNvPr id="26" name="">
            <a:extLst xmlns:a="http://schemas.openxmlformats.org/drawingml/2006/main">
              <a:ext uri="{FF2B5EF4-FFF2-40B4-BE49-F238E27FC236}">
                <a16:creationId xmlns:a16="http://schemas.microsoft.com/office/drawing/2014/main" id="{DACFA005-6987-4954-A404-DD9EC17BAC8E}"/>
              </a:ext>
            </a:extLst>
          </p:cNvPr>
          <p:cNvSpPr>
            <a:spLocks xmlns:a="http://schemas.openxmlformats.org/drawingml/2006/main" noGrp="1"/>
          </p:cNvSpPr>
          <p:nvPr/>
        </p:nvSpPr>
        <p:spPr>
          <a:xfrm xmlns:a="http://schemas.openxmlformats.org/drawingml/2006/main">
            <a:off x="504000" y="8892000"/>
            <a:ext cx="1764000" cy="36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0D69B3"/>
                </a:solidFill>
                <a:latin typeface="Aptos"/>
                <a:ea typeface="Aptos"/>
                <a:cs typeface="Aptos"/>
              </a:defRPr>
            </a:defPPr>
            <a:lvl1pPr>
              <a:defRPr sz="1050" b="1">
                <a:solidFill>
                  <a:srgbClr val="0D69B3"/>
                </a:solidFill>
                <a:latin typeface="Aptos"/>
                <a:ea typeface="Aptos"/>
                <a:cs typeface="Aptos"/>
              </a:defRPr>
            </a:lvl1pPr>
            <a:lvl2pPr>
              <a:defRPr sz="1050" b="1">
                <a:solidFill>
                  <a:srgbClr val="0D69B3"/>
                </a:solidFill>
                <a:latin typeface="Aptos"/>
                <a:ea typeface="Aptos"/>
                <a:cs typeface="Aptos"/>
              </a:defRPr>
            </a:lvl2pPr>
            <a:lvl3pPr>
              <a:defRPr sz="1050" b="1">
                <a:solidFill>
                  <a:srgbClr val="0D69B3"/>
                </a:solidFill>
                <a:latin typeface="Aptos"/>
                <a:ea typeface="Aptos"/>
                <a:cs typeface="Aptos"/>
              </a:defRPr>
            </a:lvl3pPr>
            <a:lvl4pPr>
              <a:defRPr sz="1050" b="1">
                <a:solidFill>
                  <a:srgbClr val="0D69B3"/>
                </a:solidFill>
                <a:latin typeface="Aptos"/>
                <a:ea typeface="Aptos"/>
                <a:cs typeface="Aptos"/>
              </a:defRPr>
            </a:lvl4pPr>
            <a:lvl5pPr>
              <a:defRPr sz="1050" b="1">
                <a:solidFill>
                  <a:srgbClr val="0D69B3"/>
                </a:solidFill>
                <a:latin typeface="Aptos"/>
                <a:ea typeface="Aptos"/>
                <a:cs typeface="Aptos"/>
              </a:defRPr>
            </a:lvl5pPr>
            <a:lvl6pPr>
              <a:defRPr sz="1050" b="1">
                <a:solidFill>
                  <a:srgbClr val="0D69B3"/>
                </a:solidFill>
                <a:latin typeface="Aptos"/>
                <a:ea typeface="Aptos"/>
                <a:cs typeface="Aptos"/>
              </a:defRPr>
            </a:lvl6pPr>
            <a:lvl7pPr>
              <a:defRPr sz="1050" b="1">
                <a:solidFill>
                  <a:srgbClr val="0D69B3"/>
                </a:solidFill>
                <a:latin typeface="Aptos"/>
                <a:ea typeface="Aptos"/>
                <a:cs typeface="Aptos"/>
              </a:defRPr>
            </a:lvl7pPr>
            <a:lvl8pPr>
              <a:defRPr sz="1050" b="1">
                <a:solidFill>
                  <a:srgbClr val="0D69B3"/>
                </a:solidFill>
                <a:latin typeface="Aptos"/>
                <a:ea typeface="Aptos"/>
                <a:cs typeface="Aptos"/>
              </a:defRPr>
            </a:lvl8pPr>
            <a:lvl9pPr>
              <a:defRPr sz="1050" b="1">
                <a:solidFill>
                  <a:srgbClr val="0D69B3"/>
                </a:solidFill>
                <a:latin typeface="Aptos"/>
                <a:ea typeface="Aptos"/>
                <a:cs typeface="Aptos"/>
              </a:defRPr>
            </a:lvl9pPr>
          </a:lstStyle>
          <a:p xmlns:a="http://schemas.openxmlformats.org/drawingml/2006/main">
            <a:pPr>
              <a:defRPr sz="1050" b="1">
                <a:solidFill>
                  <a:srgbClr val="0D69B3"/>
                </a:solidFill>
                <a:latin typeface="Aptos"/>
                <a:ea typeface="Aptos"/>
                <a:cs typeface="Aptos"/>
              </a:defRPr>
            </a:pPr>
            <a:r>
              <a:rPr sz="1050" b="1">
                <a:solidFill>
                  <a:srgbClr val="0D69B3"/>
                </a:solidFill>
                <a:latin typeface="Aptos"/>
                <a:ea typeface="Aptos"/>
                <a:cs typeface="Aptos"/>
              </a:rPr>
              <a:t>3  Controlled expansion</a:t>
            </a:r>
          </a:p>
        </p:txBody>
      </p:sp>
      <p:sp>
        <p:nvSpPr>
          <p:cNvPr id="27" name="">
            <a:extLst xmlns:a="http://schemas.openxmlformats.org/drawingml/2006/main">
              <a:ext uri="{FF2B5EF4-FFF2-40B4-BE49-F238E27FC236}">
                <a16:creationId xmlns:a16="http://schemas.microsoft.com/office/drawing/2014/main" id="{F8E20B9B-E320-46BA-8E88-89C3AEF96272}"/>
              </a:ext>
            </a:extLst>
          </p:cNvPr>
          <p:cNvSpPr>
            <a:spLocks xmlns:a="http://schemas.openxmlformats.org/drawingml/2006/main" noGrp="1"/>
          </p:cNvSpPr>
          <p:nvPr/>
        </p:nvSpPr>
        <p:spPr>
          <a:xfrm xmlns:a="http://schemas.openxmlformats.org/drawingml/2006/main">
            <a:off x="2412000" y="8892000"/>
            <a:ext cx="4644000" cy="36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3–5 provinces, then 10–15, then nationwide if gates pass.</a:t>
            </a:r>
          </a:p>
        </p:txBody>
      </p:sp>
      <p:sp>
        <p:nvSpPr>
          <p:cNvPr id="28" name="">
            <a:extLst xmlns:a="http://schemas.openxmlformats.org/drawingml/2006/main">
              <a:ext uri="{FF2B5EF4-FFF2-40B4-BE49-F238E27FC236}">
                <a16:creationId xmlns:a16="http://schemas.microsoft.com/office/drawing/2014/main" id="{9C110B29-FA05-4287-BA6B-2C4C0C615994}"/>
              </a:ext>
            </a:extLst>
          </p:cNvPr>
          <p:cNvSpPr>
            <a:spLocks xmlns:a="http://schemas.openxmlformats.org/drawingml/2006/main" noGrp="1"/>
          </p:cNvSpPr>
          <p:nvPr/>
        </p:nvSpPr>
        <p:spPr>
          <a:xfrm xmlns:a="http://schemas.openxmlformats.org/drawingml/2006/main">
            <a:off x="504000" y="9360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Proposed pilot gates: &gt;30% less review time; &gt;90% factual accuracy;</a:t>
            </a:r>
          </a:p>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&gt;70% draft acceptance/edit rate; &lt;2% opt-out; no tickets missing evidence.</a:t>
            </a:r>
          </a:p>
        </p:txBody>
      </p:sp>
      <p:sp>
        <p:nvSpPr>
          <p:cNvPr id="29" name="">
            <a:extLst xmlns:a="http://schemas.openxmlformats.org/drawingml/2006/main">
              <a:ext uri="{FF2B5EF4-FFF2-40B4-BE49-F238E27FC236}">
                <a16:creationId xmlns:a16="http://schemas.microsoft.com/office/drawing/2014/main" id="{33969353-0FB0-42CC-AA6E-A9865D9AD282}"/>
              </a:ext>
            </a:extLst>
          </p:cNvPr>
          <p:cNvSpPr>
            <a:spLocks xmlns:a="http://schemas.openxmlformats.org/drawingml/2006/main" noGrp="1"/>
          </p:cNvSpPr>
          <p:nvPr/>
        </p:nvSpPr>
        <p:spPr>
          <a:xfrm xmlns:a="http://schemas.openxmlformats.org/drawingml/2006/main">
            <a:off x="504000" y="9864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142C48"/>
                </a:solidFill>
                <a:latin typeface="Aptos"/>
                <a:ea typeface="Aptos"/>
                <a:cs typeface="Aptos"/>
              </a:defRPr>
            </a:defPPr>
            <a:lvl1pPr>
              <a:defRPr sz="1000" b="0">
                <a:solidFill>
                  <a:srgbClr val="142C48"/>
                </a:solidFill>
                <a:latin typeface="Aptos"/>
                <a:ea typeface="Aptos"/>
                <a:cs typeface="Aptos"/>
              </a:defRPr>
            </a:lvl1pPr>
            <a:lvl2pPr>
              <a:defRPr sz="1000" b="0">
                <a:solidFill>
                  <a:srgbClr val="142C48"/>
                </a:solidFill>
                <a:latin typeface="Aptos"/>
                <a:ea typeface="Aptos"/>
                <a:cs typeface="Aptos"/>
              </a:defRPr>
            </a:lvl2pPr>
            <a:lvl3pPr>
              <a:defRPr sz="1000" b="0">
                <a:solidFill>
                  <a:srgbClr val="142C48"/>
                </a:solidFill>
                <a:latin typeface="Aptos"/>
                <a:ea typeface="Aptos"/>
                <a:cs typeface="Aptos"/>
              </a:defRPr>
            </a:lvl3pPr>
            <a:lvl4pPr>
              <a:defRPr sz="1000" b="0">
                <a:solidFill>
                  <a:srgbClr val="142C48"/>
                </a:solidFill>
                <a:latin typeface="Aptos"/>
                <a:ea typeface="Aptos"/>
                <a:cs typeface="Aptos"/>
              </a:defRPr>
            </a:lvl4pPr>
            <a:lvl5pPr>
              <a:defRPr sz="1000" b="0">
                <a:solidFill>
                  <a:srgbClr val="142C48"/>
                </a:solidFill>
                <a:latin typeface="Aptos"/>
                <a:ea typeface="Aptos"/>
                <a:cs typeface="Aptos"/>
              </a:defRPr>
            </a:lvl5pPr>
            <a:lvl6pPr>
              <a:defRPr sz="1000" b="0">
                <a:solidFill>
                  <a:srgbClr val="142C48"/>
                </a:solidFill>
                <a:latin typeface="Aptos"/>
                <a:ea typeface="Aptos"/>
                <a:cs typeface="Aptos"/>
              </a:defRPr>
            </a:lvl6pPr>
            <a:lvl7pPr>
              <a:defRPr sz="1000" b="0">
                <a:solidFill>
                  <a:srgbClr val="142C48"/>
                </a:solidFill>
                <a:latin typeface="Aptos"/>
                <a:ea typeface="Aptos"/>
                <a:cs typeface="Aptos"/>
              </a:defRPr>
            </a:lvl7pPr>
            <a:lvl8pPr>
              <a:defRPr sz="1000" b="0">
                <a:solidFill>
                  <a:srgbClr val="142C48"/>
                </a:solidFill>
                <a:latin typeface="Aptos"/>
                <a:ea typeface="Aptos"/>
                <a:cs typeface="Aptos"/>
              </a:defRPr>
            </a:lvl8pPr>
            <a:lvl9pPr>
              <a:defRPr sz="1000" b="0">
                <a:solidFill>
                  <a:srgbClr val="142C48"/>
                </a:solidFill>
                <a:latin typeface="Aptos"/>
                <a:ea typeface="Aptos"/>
                <a:cs typeface="Aptos"/>
              </a:defRPr>
            </a:lvl9pPr>
          </a:lstStyle>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Key risks: consent/privacy, AI errors, economics, workload/adoption, policy</a:t>
            </a:r>
          </a:p>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ownership and security. Use staff approval, budget caps and access checks.</a:t>
            </a:r>
          </a:p>
        </p:txBody>
      </p:sp>
    </p:spTree>
    <p:extLst>
      <p:ext uri="{BB962C8B-B14F-4D97-AF65-F5344CB8AC3E}">
        <p14:creationId xmlns:p14="http://schemas.microsoft.com/office/powerpoint/2010/main" val="12974522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9B277B5-3201-4823-800C-C9FF2DE7AF4A}"/>
              </a:ext>
            </a:extLst>
          </p:cNvPr>
          <p:cNvSpPr>
            <a:spLocks xmlns:a="http://schemas.openxmlformats.org/drawingml/2006/main" noGrp="1"/>
          </p:cNvSpPr>
          <p:nvPr/>
        </p:nvSpPr>
        <p:spPr>
          <a:xfrm xmlns:a="http://schemas.openxmlformats.org/drawingml/2006/main">
            <a:off x="504000" y="9468000"/>
            <a:ext cx="3240000" cy="28800"/>
          </a:xfrm>
          <a:prstGeom xmlns:a="http://schemas.openxmlformats.org/drawingml/2006/main" prst="rect">
            <a:avLst/>
          </a:prstGeom>
          <a:solidFill xmlns:a="http://schemas.openxmlformats.org/drawingml/2006/main">
            <a:srgbClr val="0D69B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A5D181-CF98-4204-8C3F-699A82113E6D}"/>
              </a:ext>
            </a:extLst>
          </p:cNvPr>
          <p:cNvSpPr>
            <a:spLocks xmlns:a="http://schemas.openxmlformats.org/drawingml/2006/main" noGrp="1"/>
          </p:cNvSpPr>
          <p:nvPr/>
        </p:nvSpPr>
        <p:spPr>
          <a:xfrm xmlns:a="http://schemas.openxmlformats.org/drawingml/2006/main">
            <a:off x="3852000" y="9468000"/>
            <a:ext cx="648000" cy="28800"/>
          </a:xfrm>
          <a:prstGeom xmlns:a="http://schemas.openxmlformats.org/drawingml/2006/main" prst="rect">
            <a:avLst/>
          </a:prstGeom>
          <a:solidFill xmlns:a="http://schemas.openxmlformats.org/drawingml/2006/main">
            <a:srgbClr val="F2732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29C072-7F76-4A57-879F-30AE3FF5B718}"/>
              </a:ext>
            </a:extLst>
          </p:cNvPr>
          <p:cNvSpPr>
            <a:spLocks xmlns:a="http://schemas.openxmlformats.org/drawingml/2006/main" noGrp="1"/>
          </p:cNvSpPr>
          <p:nvPr/>
        </p:nvSpPr>
        <p:spPr>
          <a:xfrm xmlns:a="http://schemas.openxmlformats.org/drawingml/2006/main">
            <a:off x="4608000" y="9468000"/>
            <a:ext cx="648000" cy="28800"/>
          </a:xfrm>
          <a:prstGeom xmlns:a="http://schemas.openxmlformats.org/drawingml/2006/main" prst="rect">
            <a:avLst/>
          </a:prstGeom>
          <a:solidFill xmlns:a="http://schemas.openxmlformats.org/drawingml/2006/main">
            <a:srgbClr val="1FB34A"/>
          </a:solidFill>
          <a:ln xmlns:a="http://schemas.openxmlformats.org/drawingml/2006/main" w="0">
            <a:noFill/>
          </a:ln>
        </p:spPr>
      </p:sp>
    </p:spTree>
    <p:extLst>
      <p:ext uri="{BB962C8B-B14F-4D97-AF65-F5344CB8AC3E}">
        <p14:creationId xmlns:p14="http://schemas.microsoft.com/office/powerpoint/2010/main" val="330766253"/>
      </p:ext>
    </p:extLst>
  </p:cSld>
</p:sld>
</file>

<file path=ppt/theme/theme1.xml><?xml version="1.0" encoding="utf-8"?>
<a:theme xmlns:a="http://schemas.openxmlformats.org/drawingml/2006/main" name="ChatGPT">
  <a:themeElements>
    <a:clrScheme name="Telecom White A4">
      <a:dk1>
        <a:srgbClr val="000000"/>
      </a:dk1>
      <a:lt1>
        <a:srgbClr val="FFFFFF"/>
      </a:lt1>
      <a:dk2>
        <a:srgbClr val="142C48"/>
      </a:dk2>
      <a:lt2>
        <a:srgbClr val="F4F8FC"/>
      </a:lt2>
      <a:accent1>
        <a:srgbClr val="0D69B3"/>
      </a:accent1>
      <a:accent2>
        <a:srgbClr val="F27323"/>
      </a:accent2>
      <a:accent3>
        <a:srgbClr val="1FB34A"/>
      </a:accent3>
      <a:accent4>
        <a:srgbClr val="61738A"/>
      </a:accent4>
      <a:accent5>
        <a:srgbClr val="4E87B5"/>
      </a:accent5>
      <a:accent6>
        <a:srgbClr val="A7CDE8"/>
      </a:accent6>
      <a:hlink>
        <a:srgbClr val="0D69B3"/>
      </a:hlink>
      <a:folHlink>
        <a:srgbClr val="F27323"/>
      </a:folHlink>
    </a:clrScheme>
    <a:fontScheme name="">
      <a:majorFont>
        <a:latin typeface="Aptos"/>
        <a:ea typeface=""/>
        <a:cs typeface=""/>
      </a:majorFont>
      <a:minorFont>
        <a:latin typeface="Aptos"/>
        <a:ea typeface=""/>
        <a:cs typeface=""/>
      </a:minorFont>
    </a:fontScheme>
    <a:fmtScheme name="Telecom White A4">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2026-10-21T15:39:09.9570000Z</dcterms:created>
  <dcterms:modified xsi:type="dcterms:W3CDTF">2026-10-21T15:39:09.9570000Z</dcterms:modified>
</coreProperties>
</file>