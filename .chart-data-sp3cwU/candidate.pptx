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948409d702e4663" /><Relationship Type="http://schemas.openxmlformats.org/officeDocument/2006/relationships/extended-properties" Target="/docProps/app.xml" Id="Rff1b65f3b17c4589" /><Relationship Type="http://schemas.openxmlformats.org/officeDocument/2006/relationships/officeDocument" Target="/ppt/presentation.xml" Id="R142a8cc01d7b4169" /></Relationships>
</file>

<file path=ppt/presentation.xml><?xml version="1.0" encoding="utf-8"?>
<p:presentation xmlns:p="http://schemas.openxmlformats.org/presentationml/2006/main">
  <p:sldMasterIdLst>
    <p:sldMasterId xmlns:r="http://schemas.openxmlformats.org/officeDocument/2006/relationships" id="2147483648" r:id="Rd03b9a2f8fd44d34"/>
  </p:sldMasterIdLst>
  <p:notesMasterIdLst>
    <p:notesMasterId xmlns:r="http://schemas.openxmlformats.org/officeDocument/2006/relationships" r:id="Rab5fe0a3ea15427c"/>
  </p:notesMasterIdLst>
  <p:sldIdLst>
    <p:sldId xmlns:r="http://schemas.openxmlformats.org/officeDocument/2006/relationships" id="256" r:id="R0d7f479c60da458b"/>
    <p:sldId xmlns:r="http://schemas.openxmlformats.org/officeDocument/2006/relationships" id="257" r:id="R6a4cc15c621c475f"/>
    <p:sldId xmlns:r="http://schemas.openxmlformats.org/officeDocument/2006/relationships" id="258" r:id="R3d162e3ef158402c"/>
    <p:sldId xmlns:r="http://schemas.openxmlformats.org/officeDocument/2006/relationships" id="259" r:id="R07b4795a76c94659"/>
    <p:sldId xmlns:r="http://schemas.openxmlformats.org/officeDocument/2006/relationships" id="260" r:id="R7d86ee954f8d4d13"/>
    <p:sldId xmlns:r="http://schemas.openxmlformats.org/officeDocument/2006/relationships" id="261" r:id="R02b06d7bbc2f4441"/>
  </p:sldIdLst>
  <p:sldSz cx="7560000" cy="106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bbfd64f88c4527" /><Relationship Type="http://schemas.openxmlformats.org/officeDocument/2006/relationships/slideMaster" Target="/ppt/slideMasters/slideMaster1.xml" Id="Rd03b9a2f8fd44d34" /><Relationship Type="http://schemas.openxmlformats.org/officeDocument/2006/relationships/notesMaster" Target="/ppt/notesMasters/notesMaster1.xml" Id="Rab5fe0a3ea15427c" /><Relationship Type="http://schemas.openxmlformats.org/officeDocument/2006/relationships/presProps" Target="/ppt/presProps.xml" Id="Re38c09d3f36c4612" /><Relationship Type="http://schemas.openxmlformats.org/officeDocument/2006/relationships/tableStyles" Target="/ppt/tableStyles.xml" Id="R9374dcd476ad40dd" /><Relationship Type="http://schemas.openxmlformats.org/officeDocument/2006/relationships/slide" Target="/ppt/slides/slide1.xml" Id="R0d7f479c60da458b" /><Relationship Type="http://schemas.openxmlformats.org/officeDocument/2006/relationships/slide" Target="/ppt/slides/slide2.xml" Id="R6a4cc15c621c475f" /><Relationship Type="http://schemas.openxmlformats.org/officeDocument/2006/relationships/slide" Target="/ppt/slides/slide3.xml" Id="R3d162e3ef158402c" /><Relationship Type="http://schemas.openxmlformats.org/officeDocument/2006/relationships/slide" Target="/ppt/slides/slide4.xml" Id="R07b4795a76c94659" /><Relationship Type="http://schemas.openxmlformats.org/officeDocument/2006/relationships/slide" Target="/ppt/slides/slide5.xml" Id="R7d86ee954f8d4d13" /><Relationship Type="http://schemas.openxmlformats.org/officeDocument/2006/relationships/slide" Target="/ppt/slides/slide6.xml" Id="R02b06d7bbc2f44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9b1712909845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elecom White A4">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4">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2e68da205a449e" /><Relationship Type="http://schemas.openxmlformats.org/officeDocument/2006/relationships/notesMaster" Target="/ppt/notesMasters/notesMaster1.xml" Id="R204aede2189a49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65d88ddfc847ac" /><Relationship Type="http://schemas.openxmlformats.org/officeDocument/2006/relationships/notesMaster" Target="/ppt/notesMasters/notesMaster1.xml" Id="Raf8a6f97381f49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dd2c350c0f41c6" /><Relationship Type="http://schemas.openxmlformats.org/officeDocument/2006/relationships/notesMaster" Target="/ppt/notesMasters/notesMaster1.xml" Id="R69ea0ef6d73745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df072f7caf4e7f" /><Relationship Type="http://schemas.openxmlformats.org/officeDocument/2006/relationships/notesMaster" Target="/ppt/notesMasters/notesMaster1.xml" Id="Re08f86b13b8b49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3fe6d807f74b1a" /><Relationship Type="http://schemas.openxmlformats.org/officeDocument/2006/relationships/notesMaster" Target="/ppt/notesMasters/notesMaster1.xml" Id="Refadf28f4b5241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fa2a4bac834391" /><Relationship Type="http://schemas.openxmlformats.org/officeDocument/2006/relationships/notesMaster" Target="/ppt/notesMasters/notesMaster1.xml" Id="R34fec193ee5042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AI_Powered_Telecom_Customer_Retention.pptx (1).pptx, supplied by the group. Relevant source slides: 1, 6, 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AI_Powered_Telecom_Customer_Retention.pptx (1).pptx, supplied by the group. Relevant source slides: 2, 3, 4, 5, 6, 7, 8, 9.</a:t>
            </a:r>
          </a:p>
          <a:p xmlns:a="http://schemas.openxmlformats.org/drawingml/2006/main">
            <a:r>
              <a:t>National +20% compares YTD churn counts. Local +92.3% compares monthly counts, not rates. September rate is 2500/approximately210000. Revenue exposure uses the source business-context fee of205000, distinct from the250000 rollout assumption on page4. The data section reproduces source customer/snapshot grains and does not infer an enterprise database table count. Staff approve messages and submit support tickets.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AI_Powered_Telecom_Customer_Retention.pptx (1).pptx, supplied by the group. Relevant source slides: 10, 11, 12, 14, 15, 16, 17, 18, 19, 20, 27.</a:t>
            </a:r>
          </a:p>
          <a:p xmlns:a="http://schemas.openxmlformats.org/drawingml/2006/main">
            <a:r>
              <a:t>Source model table: LightGBM baseline validation/testAUC .9469/.9473; tuned .9483/.9467; CatBoost baseline .9365/.9374; tuned .9356/.9348. TunedLightGBM testAP .7138. OptunaTPE30 trials/family,3 chronological folds. Source slide14 calendar example [11October,11November) disambiguates its approximate30day wording. Platt adjustment requires improvement in both Brier score and logloss. AI explains the existing prediction, staff conduct calls and do not apply offers autonomously. Research references are those cited in the supplied deck, not newly verified articles.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AI_Powered_Telecom_Customer_Retention.pptx (1).pptx, supplied by the group. Relevant source slides: 21, 22, 23, 28, 29.</a:t>
            </a:r>
          </a:p>
          <a:p xmlns:a="http://schemas.openxmlformats.org/drawingml/2006/main">
            <a:r>
              <a:t>Financial values are transcribed only from source23 text and its embedded tables. 50000*(.62-.60)=1000 and20000*(.62-.30)=6400; total7400/month,88800/year. Both financialrows imply cost27.232bn, and net/cost rounds54.9%/132.3%. Sourcebreak-evenrow reports57331/year,benefit21.312bn,netapproximately0,ROIapproximately0. That benefit conflicts with the27.232bn cost implied by both base/highrows. It is not presented as a reconciled forecast here. The600000 sixpaidmonth assumption also differs from recognisedyearone benefit perretainedcustomer; cohort timing requires confirmation. No extra rollout or ROI assumptions are introduced. Seven passcategories do not prove all end-to-end 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AI_Powered_Telecom_Customer_Retention.pptx (1).pptx, supplied by the group. Relevant source slides: 24, 25.</a:t>
            </a:r>
          </a:p>
          <a:p xmlns:a="http://schemas.openxmlformats.org/drawingml/2006/main">
            <a:r>
              <a:t>Roadmap and gatevalues reproduce the supplied deck. Stage2 comprises sequential featurepilots and gate reviews; Stage3 preserves the sourceholdout proposals. Source25 riskR3 has a6.67percentagepoint break-even and negativebase wording inconsistent with source23. This page keeps the risk and budgetcap decision without restating those contradictory numbers. Source24 also varies databasecount28 elsewhere vs25tables here and uses fixed30day retention wording. The summary omits physicalschema counts and reminderdefaults, and uses the source14 actual calendarwindow. Targets, expansionwaves and retraining remain proposed, not achieved.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aaed40fe0a42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f89af1e9794d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024b90664540c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c962b2ca6e4a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397920b10443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35385882634f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BF4471-5D12-44EA-8DB2-DD2CB39E6322}"/>
              </a:ext>
            </a:extLst>
          </p:cNvPr>
          <p:cNvSpPr>
            <a:spLocks xmlns:a="http://schemas.openxmlformats.org/drawingml/2006/main" noGrp="1"/>
          </p:cNvSpPr>
          <p:nvPr>
            <p:ph type="title" idx="0"/>
          </p:nvPr>
        </p:nvSpPr>
        <p:spPr>
          <a:xfrm xmlns:a="http://schemas.openxmlformats.org/drawingml/2006/main">
            <a:off x="756000" y="4039200"/>
            <a:ext cx="6048000" cy="154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976" b="1">
                <a:solidFill>
                  <a:schemeClr val="tx1"/>
                </a:solidFill>
                <a:latin typeface="+mj-lt"/>
                <a:ea typeface="+mj-lt"/>
                <a:cs typeface="+mj-lt"/>
              </a:defRPr>
            </a:defPPr>
            <a:lvl1pPr marL="0" indent="0" algn="ctr">
              <a:lnSpc>
                <a:spcPct val="110000"/>
              </a:lnSpc>
              <a:spcBef>
                <a:spcPts val="0"/>
              </a:spcBef>
              <a:spcAft>
                <a:spcPts val="0"/>
              </a:spcAft>
              <a:buNone/>
              <a:defRPr sz="2976" b="1">
                <a:solidFill>
                  <a:schemeClr val="tx1"/>
                </a:solidFill>
                <a:latin typeface="+mj-lt"/>
                <a:ea typeface="+mj-lt"/>
                <a:cs typeface="+mj-lt"/>
              </a:defRPr>
            </a:lvl1pPr>
            <a:lvl2pPr marL="0" indent="0" algn="ctr">
              <a:lnSpc>
                <a:spcPct val="110000"/>
              </a:lnSpc>
              <a:spcBef>
                <a:spcPts val="0"/>
              </a:spcBef>
              <a:spcAft>
                <a:spcPts val="0"/>
              </a:spcAft>
              <a:buNone/>
              <a:defRPr sz="2976" b="1">
                <a:solidFill>
                  <a:schemeClr val="tx1"/>
                </a:solidFill>
                <a:latin typeface="+mj-lt"/>
                <a:ea typeface="+mj-lt"/>
                <a:cs typeface="+mj-lt"/>
              </a:defRPr>
            </a:lvl2pPr>
            <a:lvl3pPr marL="0" indent="0" algn="ctr">
              <a:lnSpc>
                <a:spcPct val="110000"/>
              </a:lnSpc>
              <a:spcBef>
                <a:spcPts val="0"/>
              </a:spcBef>
              <a:spcAft>
                <a:spcPts val="0"/>
              </a:spcAft>
              <a:buNone/>
              <a:defRPr sz="2976" b="1">
                <a:solidFill>
                  <a:schemeClr val="tx1"/>
                </a:solidFill>
                <a:latin typeface="+mj-lt"/>
                <a:ea typeface="+mj-lt"/>
                <a:cs typeface="+mj-lt"/>
              </a:defRPr>
            </a:lvl3pPr>
            <a:lvl4pPr marL="0" indent="0" algn="ctr">
              <a:lnSpc>
                <a:spcPct val="110000"/>
              </a:lnSpc>
              <a:spcBef>
                <a:spcPts val="0"/>
              </a:spcBef>
              <a:spcAft>
                <a:spcPts val="0"/>
              </a:spcAft>
              <a:buNone/>
              <a:defRPr sz="2976" b="1">
                <a:solidFill>
                  <a:schemeClr val="tx1"/>
                </a:solidFill>
                <a:latin typeface="+mj-lt"/>
                <a:ea typeface="+mj-lt"/>
                <a:cs typeface="+mj-lt"/>
              </a:defRPr>
            </a:lvl4pPr>
            <a:lvl5pPr marL="0" indent="0" algn="ctr">
              <a:lnSpc>
                <a:spcPct val="110000"/>
              </a:lnSpc>
              <a:spcBef>
                <a:spcPts val="0"/>
              </a:spcBef>
              <a:spcAft>
                <a:spcPts val="0"/>
              </a:spcAft>
              <a:buNone/>
              <a:defRPr sz="2976" b="1">
                <a:solidFill>
                  <a:schemeClr val="tx1"/>
                </a:solidFill>
                <a:latin typeface="+mj-lt"/>
                <a:ea typeface="+mj-lt"/>
                <a:cs typeface="+mj-lt"/>
              </a:defRPr>
            </a:lvl5pPr>
            <a:lvl6pPr marL="0" indent="0" algn="ctr">
              <a:lnSpc>
                <a:spcPct val="110000"/>
              </a:lnSpc>
              <a:spcBef>
                <a:spcPts val="0"/>
              </a:spcBef>
              <a:spcAft>
                <a:spcPts val="0"/>
              </a:spcAft>
              <a:buNone/>
              <a:defRPr sz="2976" b="1">
                <a:solidFill>
                  <a:schemeClr val="tx1"/>
                </a:solidFill>
                <a:latin typeface="+mj-lt"/>
                <a:ea typeface="+mj-lt"/>
                <a:cs typeface="+mj-lt"/>
              </a:defRPr>
            </a:lvl6pPr>
            <a:lvl7pPr marL="0" indent="0" algn="ctr">
              <a:lnSpc>
                <a:spcPct val="110000"/>
              </a:lnSpc>
              <a:spcBef>
                <a:spcPts val="0"/>
              </a:spcBef>
              <a:spcAft>
                <a:spcPts val="0"/>
              </a:spcAft>
              <a:buNone/>
              <a:defRPr sz="2976" b="1">
                <a:solidFill>
                  <a:schemeClr val="tx1"/>
                </a:solidFill>
                <a:latin typeface="+mj-lt"/>
                <a:ea typeface="+mj-lt"/>
                <a:cs typeface="+mj-lt"/>
              </a:defRPr>
            </a:lvl7pPr>
            <a:lvl8pPr marL="0" indent="0" algn="ctr">
              <a:lnSpc>
                <a:spcPct val="110000"/>
              </a:lnSpc>
              <a:spcBef>
                <a:spcPts val="0"/>
              </a:spcBef>
              <a:spcAft>
                <a:spcPts val="0"/>
              </a:spcAft>
              <a:buNone/>
              <a:defRPr sz="2976" b="1">
                <a:solidFill>
                  <a:schemeClr val="tx1"/>
                </a:solidFill>
                <a:latin typeface="+mj-lt"/>
                <a:ea typeface="+mj-lt"/>
                <a:cs typeface="+mj-lt"/>
              </a:defRPr>
            </a:lvl8pPr>
            <a:lvl9pPr marL="0" indent="0" algn="ctr">
              <a:lnSpc>
                <a:spcPct val="110000"/>
              </a:lnSpc>
              <a:spcBef>
                <a:spcPts val="0"/>
              </a:spcBef>
              <a:spcAft>
                <a:spcPts val="0"/>
              </a:spcAft>
              <a:buNone/>
              <a:defRPr sz="2976"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CC45D1-4317-46A8-854F-766048EC94F1}"/>
              </a:ext>
            </a:extLst>
          </p:cNvPr>
          <p:cNvSpPr>
            <a:spLocks xmlns:a="http://schemas.openxmlformats.org/drawingml/2006/main" noGrp="1"/>
          </p:cNvSpPr>
          <p:nvPr>
            <p:ph type="subTitle" idx="1"/>
          </p:nvPr>
        </p:nvSpPr>
        <p:spPr>
          <a:xfrm xmlns:a="http://schemas.openxmlformats.org/drawingml/2006/main">
            <a:off x="1134000" y="5880600"/>
            <a:ext cx="5292000" cy="1188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02" b="0">
                <a:solidFill>
                  <a:schemeClr val="tx1"/>
                </a:solidFill>
                <a:latin typeface="+mn-lt"/>
                <a:ea typeface="+mn-lt"/>
                <a:cs typeface="+mn-lt"/>
              </a:defRPr>
            </a:defPPr>
            <a:lvl1pPr marL="0" indent="0" algn="ctr">
              <a:lnSpc>
                <a:spcPct val="110000"/>
              </a:lnSpc>
              <a:spcBef>
                <a:spcPts val="0"/>
              </a:spcBef>
              <a:spcAft>
                <a:spcPts val="0"/>
              </a:spcAft>
              <a:buNone/>
              <a:defRPr sz="1302" b="0">
                <a:solidFill>
                  <a:schemeClr val="tx1"/>
                </a:solidFill>
                <a:latin typeface="+mn-lt"/>
                <a:ea typeface="+mn-lt"/>
                <a:cs typeface="+mn-lt"/>
              </a:defRPr>
            </a:lvl1pPr>
            <a:lvl2pPr marL="0" indent="0" algn="ctr">
              <a:lnSpc>
                <a:spcPct val="110000"/>
              </a:lnSpc>
              <a:spcBef>
                <a:spcPts val="0"/>
              </a:spcBef>
              <a:spcAft>
                <a:spcPts val="0"/>
              </a:spcAft>
              <a:buNone/>
              <a:defRPr sz="1302" b="0">
                <a:solidFill>
                  <a:schemeClr val="tx1"/>
                </a:solidFill>
                <a:latin typeface="+mn-lt"/>
                <a:ea typeface="+mn-lt"/>
                <a:cs typeface="+mn-lt"/>
              </a:defRPr>
            </a:lvl2pPr>
            <a:lvl3pPr marL="0" indent="0" algn="ctr">
              <a:lnSpc>
                <a:spcPct val="110000"/>
              </a:lnSpc>
              <a:spcBef>
                <a:spcPts val="0"/>
              </a:spcBef>
              <a:spcAft>
                <a:spcPts val="0"/>
              </a:spcAft>
              <a:buNone/>
              <a:defRPr sz="1302" b="0">
                <a:solidFill>
                  <a:schemeClr val="tx1"/>
                </a:solidFill>
                <a:latin typeface="+mn-lt"/>
                <a:ea typeface="+mn-lt"/>
                <a:cs typeface="+mn-lt"/>
              </a:defRPr>
            </a:lvl3pPr>
            <a:lvl4pPr marL="0" indent="0" algn="ctr">
              <a:lnSpc>
                <a:spcPct val="110000"/>
              </a:lnSpc>
              <a:spcBef>
                <a:spcPts val="0"/>
              </a:spcBef>
              <a:spcAft>
                <a:spcPts val="0"/>
              </a:spcAft>
              <a:buNone/>
              <a:defRPr sz="1302" b="0">
                <a:solidFill>
                  <a:schemeClr val="tx1"/>
                </a:solidFill>
                <a:latin typeface="+mn-lt"/>
                <a:ea typeface="+mn-lt"/>
                <a:cs typeface="+mn-lt"/>
              </a:defRPr>
            </a:lvl4pPr>
            <a:lvl5pPr marL="0" indent="0" algn="ctr">
              <a:lnSpc>
                <a:spcPct val="110000"/>
              </a:lnSpc>
              <a:spcBef>
                <a:spcPts val="0"/>
              </a:spcBef>
              <a:spcAft>
                <a:spcPts val="0"/>
              </a:spcAft>
              <a:buNone/>
              <a:defRPr sz="1302" b="0">
                <a:solidFill>
                  <a:schemeClr val="tx1"/>
                </a:solidFill>
                <a:latin typeface="+mn-lt"/>
                <a:ea typeface="+mn-lt"/>
                <a:cs typeface="+mn-lt"/>
              </a:defRPr>
            </a:lvl5pPr>
            <a:lvl6pPr marL="0" indent="0" algn="ctr">
              <a:lnSpc>
                <a:spcPct val="110000"/>
              </a:lnSpc>
              <a:spcBef>
                <a:spcPts val="0"/>
              </a:spcBef>
              <a:spcAft>
                <a:spcPts val="0"/>
              </a:spcAft>
              <a:buNone/>
              <a:defRPr sz="1302" b="0">
                <a:solidFill>
                  <a:schemeClr val="tx1"/>
                </a:solidFill>
                <a:latin typeface="+mn-lt"/>
                <a:ea typeface="+mn-lt"/>
                <a:cs typeface="+mn-lt"/>
              </a:defRPr>
            </a:lvl6pPr>
            <a:lvl7pPr marL="0" indent="0" algn="ctr">
              <a:lnSpc>
                <a:spcPct val="110000"/>
              </a:lnSpc>
              <a:spcBef>
                <a:spcPts val="0"/>
              </a:spcBef>
              <a:spcAft>
                <a:spcPts val="0"/>
              </a:spcAft>
              <a:buNone/>
              <a:defRPr sz="1302" b="0">
                <a:solidFill>
                  <a:schemeClr val="tx1"/>
                </a:solidFill>
                <a:latin typeface="+mn-lt"/>
                <a:ea typeface="+mn-lt"/>
                <a:cs typeface="+mn-lt"/>
              </a:defRPr>
            </a:lvl7pPr>
            <a:lvl8pPr marL="0" indent="0" algn="ctr">
              <a:lnSpc>
                <a:spcPct val="110000"/>
              </a:lnSpc>
              <a:spcBef>
                <a:spcPts val="0"/>
              </a:spcBef>
              <a:spcAft>
                <a:spcPts val="0"/>
              </a:spcAft>
              <a:buNone/>
              <a:defRPr sz="1302" b="0">
                <a:solidFill>
                  <a:schemeClr val="tx1"/>
                </a:solidFill>
                <a:latin typeface="+mn-lt"/>
                <a:ea typeface="+mn-lt"/>
                <a:cs typeface="+mn-lt"/>
              </a:defRPr>
            </a:lvl8pPr>
            <a:lvl9pPr marL="0" indent="0" algn="ctr">
              <a:lnSpc>
                <a:spcPct val="110000"/>
              </a:lnSpc>
              <a:spcBef>
                <a:spcPts val="0"/>
              </a:spcBef>
              <a:spcAft>
                <a:spcPts val="0"/>
              </a:spcAft>
              <a:buNone/>
              <a:defRPr sz="130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BCECD8-681C-46CD-8749-F980CDCA241C}"/>
              </a:ext>
            </a:extLst>
          </p:cNvPr>
          <p:cNvSpPr>
            <a:spLocks xmlns:a="http://schemas.openxmlformats.org/drawingml/2006/main" noGrp="1"/>
          </p:cNvSpPr>
          <p:nvPr>
            <p:ph type="title" idx="0"/>
          </p:nvPr>
        </p:nvSpPr>
        <p:spPr>
          <a:xfrm xmlns:a="http://schemas.openxmlformats.org/drawingml/2006/main">
            <a:off x="756000" y="4455000"/>
            <a:ext cx="6048000" cy="178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04" b="1">
                <a:solidFill>
                  <a:schemeClr val="tx1"/>
                </a:solidFill>
                <a:latin typeface="+mj-lt"/>
                <a:ea typeface="+mj-lt"/>
                <a:cs typeface="+mj-lt"/>
              </a:defRPr>
            </a:defPPr>
            <a:lvl1pPr marL="0" indent="0" algn="ctr">
              <a:lnSpc>
                <a:spcPct val="110000"/>
              </a:lnSpc>
              <a:spcBef>
                <a:spcPts val="0"/>
              </a:spcBef>
              <a:spcAft>
                <a:spcPts val="0"/>
              </a:spcAft>
              <a:buNone/>
              <a:defRPr sz="2604" b="1">
                <a:solidFill>
                  <a:schemeClr val="tx1"/>
                </a:solidFill>
                <a:latin typeface="+mj-lt"/>
                <a:ea typeface="+mj-lt"/>
                <a:cs typeface="+mj-lt"/>
              </a:defRPr>
            </a:lvl1pPr>
            <a:lvl2pPr marL="0" indent="0" algn="ctr">
              <a:lnSpc>
                <a:spcPct val="110000"/>
              </a:lnSpc>
              <a:spcBef>
                <a:spcPts val="0"/>
              </a:spcBef>
              <a:spcAft>
                <a:spcPts val="0"/>
              </a:spcAft>
              <a:buNone/>
              <a:defRPr sz="2604" b="1">
                <a:solidFill>
                  <a:schemeClr val="tx1"/>
                </a:solidFill>
                <a:latin typeface="+mj-lt"/>
                <a:ea typeface="+mj-lt"/>
                <a:cs typeface="+mj-lt"/>
              </a:defRPr>
            </a:lvl2pPr>
            <a:lvl3pPr marL="0" indent="0" algn="ctr">
              <a:lnSpc>
                <a:spcPct val="110000"/>
              </a:lnSpc>
              <a:spcBef>
                <a:spcPts val="0"/>
              </a:spcBef>
              <a:spcAft>
                <a:spcPts val="0"/>
              </a:spcAft>
              <a:buNone/>
              <a:defRPr sz="2604" b="1">
                <a:solidFill>
                  <a:schemeClr val="tx1"/>
                </a:solidFill>
                <a:latin typeface="+mj-lt"/>
                <a:ea typeface="+mj-lt"/>
                <a:cs typeface="+mj-lt"/>
              </a:defRPr>
            </a:lvl3pPr>
            <a:lvl4pPr marL="0" indent="0" algn="ctr">
              <a:lnSpc>
                <a:spcPct val="110000"/>
              </a:lnSpc>
              <a:spcBef>
                <a:spcPts val="0"/>
              </a:spcBef>
              <a:spcAft>
                <a:spcPts val="0"/>
              </a:spcAft>
              <a:buNone/>
              <a:defRPr sz="2604" b="1">
                <a:solidFill>
                  <a:schemeClr val="tx1"/>
                </a:solidFill>
                <a:latin typeface="+mj-lt"/>
                <a:ea typeface="+mj-lt"/>
                <a:cs typeface="+mj-lt"/>
              </a:defRPr>
            </a:lvl4pPr>
            <a:lvl5pPr marL="0" indent="0" algn="ctr">
              <a:lnSpc>
                <a:spcPct val="110000"/>
              </a:lnSpc>
              <a:spcBef>
                <a:spcPts val="0"/>
              </a:spcBef>
              <a:spcAft>
                <a:spcPts val="0"/>
              </a:spcAft>
              <a:buNone/>
              <a:defRPr sz="2604" b="1">
                <a:solidFill>
                  <a:schemeClr val="tx1"/>
                </a:solidFill>
                <a:latin typeface="+mj-lt"/>
                <a:ea typeface="+mj-lt"/>
                <a:cs typeface="+mj-lt"/>
              </a:defRPr>
            </a:lvl5pPr>
            <a:lvl6pPr marL="0" indent="0" algn="ctr">
              <a:lnSpc>
                <a:spcPct val="110000"/>
              </a:lnSpc>
              <a:spcBef>
                <a:spcPts val="0"/>
              </a:spcBef>
              <a:spcAft>
                <a:spcPts val="0"/>
              </a:spcAft>
              <a:buNone/>
              <a:defRPr sz="2604" b="1">
                <a:solidFill>
                  <a:schemeClr val="tx1"/>
                </a:solidFill>
                <a:latin typeface="+mj-lt"/>
                <a:ea typeface="+mj-lt"/>
                <a:cs typeface="+mj-lt"/>
              </a:defRPr>
            </a:lvl6pPr>
            <a:lvl7pPr marL="0" indent="0" algn="ctr">
              <a:lnSpc>
                <a:spcPct val="110000"/>
              </a:lnSpc>
              <a:spcBef>
                <a:spcPts val="0"/>
              </a:spcBef>
              <a:spcAft>
                <a:spcPts val="0"/>
              </a:spcAft>
              <a:buNone/>
              <a:defRPr sz="2604" b="1">
                <a:solidFill>
                  <a:schemeClr val="tx1"/>
                </a:solidFill>
                <a:latin typeface="+mj-lt"/>
                <a:ea typeface="+mj-lt"/>
                <a:cs typeface="+mj-lt"/>
              </a:defRPr>
            </a:lvl7pPr>
            <a:lvl8pPr marL="0" indent="0" algn="ctr">
              <a:lnSpc>
                <a:spcPct val="110000"/>
              </a:lnSpc>
              <a:spcBef>
                <a:spcPts val="0"/>
              </a:spcBef>
              <a:spcAft>
                <a:spcPts val="0"/>
              </a:spcAft>
              <a:buNone/>
              <a:defRPr sz="2604" b="1">
                <a:solidFill>
                  <a:schemeClr val="tx1"/>
                </a:solidFill>
                <a:latin typeface="+mj-lt"/>
                <a:ea typeface="+mj-lt"/>
                <a:cs typeface="+mj-lt"/>
              </a:defRPr>
            </a:lvl8pPr>
            <a:lvl9pPr marL="0" indent="0" algn="ctr">
              <a:lnSpc>
                <a:spcPct val="110000"/>
              </a:lnSpc>
              <a:spcBef>
                <a:spcPts val="0"/>
              </a:spcBef>
              <a:spcAft>
                <a:spcPts val="0"/>
              </a:spcAft>
              <a:buNone/>
              <a:defRPr sz="260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932ACD-D349-4660-BD3A-2E4B0CC003A8}"/>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gn="l">
              <a:lnSpc>
                <a:spcPct val="110000"/>
              </a:lnSpc>
              <a:spcBef>
                <a:spcPts val="0"/>
              </a:spcBef>
              <a:spcAft>
                <a:spcPts val="0"/>
              </a:spcAft>
              <a:buNone/>
              <a:defRPr sz="2046" b="1">
                <a:solidFill>
                  <a:schemeClr val="tx1"/>
                </a:solidFill>
                <a:latin typeface="+mj-lt"/>
                <a:ea typeface="+mj-lt"/>
                <a:cs typeface="+mj-lt"/>
              </a:defRPr>
            </a:lvl1pPr>
            <a:lvl2pPr marL="0" indent="0" algn="l">
              <a:lnSpc>
                <a:spcPct val="110000"/>
              </a:lnSpc>
              <a:spcBef>
                <a:spcPts val="0"/>
              </a:spcBef>
              <a:spcAft>
                <a:spcPts val="0"/>
              </a:spcAft>
              <a:buNone/>
              <a:defRPr sz="2046" b="1">
                <a:solidFill>
                  <a:schemeClr val="tx1"/>
                </a:solidFill>
                <a:latin typeface="+mj-lt"/>
                <a:ea typeface="+mj-lt"/>
                <a:cs typeface="+mj-lt"/>
              </a:defRPr>
            </a:lvl2pPr>
            <a:lvl3pPr marL="0" indent="0" algn="l">
              <a:lnSpc>
                <a:spcPct val="110000"/>
              </a:lnSpc>
              <a:spcBef>
                <a:spcPts val="0"/>
              </a:spcBef>
              <a:spcAft>
                <a:spcPts val="0"/>
              </a:spcAft>
              <a:buNone/>
              <a:defRPr sz="2046" b="1">
                <a:solidFill>
                  <a:schemeClr val="tx1"/>
                </a:solidFill>
                <a:latin typeface="+mj-lt"/>
                <a:ea typeface="+mj-lt"/>
                <a:cs typeface="+mj-lt"/>
              </a:defRPr>
            </a:lvl3pPr>
            <a:lvl4pPr marL="0" indent="0" algn="l">
              <a:lnSpc>
                <a:spcPct val="110000"/>
              </a:lnSpc>
              <a:spcBef>
                <a:spcPts val="0"/>
              </a:spcBef>
              <a:spcAft>
                <a:spcPts val="0"/>
              </a:spcAft>
              <a:buNone/>
              <a:defRPr sz="2046" b="1">
                <a:solidFill>
                  <a:schemeClr val="tx1"/>
                </a:solidFill>
                <a:latin typeface="+mj-lt"/>
                <a:ea typeface="+mj-lt"/>
                <a:cs typeface="+mj-lt"/>
              </a:defRPr>
            </a:lvl4pPr>
            <a:lvl5pPr marL="0" indent="0" algn="l">
              <a:lnSpc>
                <a:spcPct val="110000"/>
              </a:lnSpc>
              <a:spcBef>
                <a:spcPts val="0"/>
              </a:spcBef>
              <a:spcAft>
                <a:spcPts val="0"/>
              </a:spcAft>
              <a:buNone/>
              <a:defRPr sz="2046" b="1">
                <a:solidFill>
                  <a:schemeClr val="tx1"/>
                </a:solidFill>
                <a:latin typeface="+mj-lt"/>
                <a:ea typeface="+mj-lt"/>
                <a:cs typeface="+mj-lt"/>
              </a:defRPr>
            </a:lvl5pPr>
            <a:lvl6pPr marL="0" indent="0" algn="l">
              <a:lnSpc>
                <a:spcPct val="110000"/>
              </a:lnSpc>
              <a:spcBef>
                <a:spcPts val="0"/>
              </a:spcBef>
              <a:spcAft>
                <a:spcPts val="0"/>
              </a:spcAft>
              <a:buNone/>
              <a:defRPr sz="2046" b="1">
                <a:solidFill>
                  <a:schemeClr val="tx1"/>
                </a:solidFill>
                <a:latin typeface="+mj-lt"/>
                <a:ea typeface="+mj-lt"/>
                <a:cs typeface="+mj-lt"/>
              </a:defRPr>
            </a:lvl6pPr>
            <a:lvl7pPr marL="0" indent="0" algn="l">
              <a:lnSpc>
                <a:spcPct val="110000"/>
              </a:lnSpc>
              <a:spcBef>
                <a:spcPts val="0"/>
              </a:spcBef>
              <a:spcAft>
                <a:spcPts val="0"/>
              </a:spcAft>
              <a:buNone/>
              <a:defRPr sz="2046" b="1">
                <a:solidFill>
                  <a:schemeClr val="tx1"/>
                </a:solidFill>
                <a:latin typeface="+mj-lt"/>
                <a:ea typeface="+mj-lt"/>
                <a:cs typeface="+mj-lt"/>
              </a:defRPr>
            </a:lvl7pPr>
            <a:lvl8pPr marL="0" indent="0" algn="l">
              <a:lnSpc>
                <a:spcPct val="110000"/>
              </a:lnSpc>
              <a:spcBef>
                <a:spcPts val="0"/>
              </a:spcBef>
              <a:spcAft>
                <a:spcPts val="0"/>
              </a:spcAft>
              <a:buNone/>
              <a:defRPr sz="2046" b="1">
                <a:solidFill>
                  <a:schemeClr val="tx1"/>
                </a:solidFill>
                <a:latin typeface="+mj-lt"/>
                <a:ea typeface="+mj-lt"/>
                <a:cs typeface="+mj-lt"/>
              </a:defRPr>
            </a:lvl8pPr>
            <a:lvl9pPr marL="0" indent="0" algn="l">
              <a:lnSpc>
                <a:spcPct val="110000"/>
              </a:lnSpc>
              <a:spcBef>
                <a:spcPts val="0"/>
              </a:spcBef>
              <a:spcAft>
                <a:spcPts val="0"/>
              </a:spcAft>
              <a:buNone/>
              <a:defRPr sz="2046"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213D05-5000-4A6D-B398-FF9965DF2186}"/>
              </a:ext>
            </a:extLst>
          </p:cNvPr>
          <p:cNvSpPr>
            <a:spLocks xmlns:a="http://schemas.openxmlformats.org/drawingml/2006/main" noGrp="1"/>
          </p:cNvSpPr>
          <p:nvPr>
            <p:ph type="body" idx="1"/>
          </p:nvPr>
        </p:nvSpPr>
        <p:spPr>
          <a:xfrm xmlns:a="http://schemas.openxmlformats.org/drawingml/2006/main">
            <a:off x="425250" y="2970000"/>
            <a:ext cx="6709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gn="l">
              <a:lnSpc>
                <a:spcPct val="110000"/>
              </a:lnSpc>
              <a:spcBef>
                <a:spcPts val="0"/>
              </a:spcBef>
              <a:spcAft>
                <a:spcPts val="744"/>
              </a:spcAft>
              <a:buChar char="•"/>
              <a:defRPr sz="1395" b="0">
                <a:solidFill>
                  <a:schemeClr val="tx1"/>
                </a:solidFill>
                <a:latin typeface="+mn-lt"/>
                <a:ea typeface="+mn-lt"/>
                <a:cs typeface="+mn-lt"/>
              </a:defRPr>
            </a:lvl1pPr>
            <a:lvl2pPr marL="330750" indent="-141750" algn="l">
              <a:lnSpc>
                <a:spcPct val="110000"/>
              </a:lnSpc>
              <a:spcBef>
                <a:spcPts val="0"/>
              </a:spcBef>
              <a:spcAft>
                <a:spcPts val="744"/>
              </a:spcAft>
              <a:buChar char="•"/>
              <a:defRPr sz="1395" b="0">
                <a:solidFill>
                  <a:schemeClr val="tx1"/>
                </a:solidFill>
                <a:latin typeface="+mn-lt"/>
                <a:ea typeface="+mn-lt"/>
                <a:cs typeface="+mn-lt"/>
              </a:defRPr>
            </a:lvl2pPr>
            <a:lvl3pPr marL="519750" indent="-141750" algn="l">
              <a:lnSpc>
                <a:spcPct val="110000"/>
              </a:lnSpc>
              <a:spcBef>
                <a:spcPts val="0"/>
              </a:spcBef>
              <a:spcAft>
                <a:spcPts val="744"/>
              </a:spcAft>
              <a:buChar char="•"/>
              <a:defRPr sz="1395" b="0">
                <a:solidFill>
                  <a:schemeClr val="tx1"/>
                </a:solidFill>
                <a:latin typeface="+mn-lt"/>
                <a:ea typeface="+mn-lt"/>
                <a:cs typeface="+mn-lt"/>
              </a:defRPr>
            </a:lvl3pPr>
            <a:lvl4pPr marL="708750" indent="-141750" algn="l">
              <a:lnSpc>
                <a:spcPct val="110000"/>
              </a:lnSpc>
              <a:spcBef>
                <a:spcPts val="0"/>
              </a:spcBef>
              <a:spcAft>
                <a:spcPts val="744"/>
              </a:spcAft>
              <a:buChar char="•"/>
              <a:defRPr sz="1395" b="0">
                <a:solidFill>
                  <a:schemeClr val="tx1"/>
                </a:solidFill>
                <a:latin typeface="+mn-lt"/>
                <a:ea typeface="+mn-lt"/>
                <a:cs typeface="+mn-lt"/>
              </a:defRPr>
            </a:lvl4pPr>
            <a:lvl5pPr marL="897750" indent="-141750" algn="l">
              <a:lnSpc>
                <a:spcPct val="110000"/>
              </a:lnSpc>
              <a:spcBef>
                <a:spcPts val="0"/>
              </a:spcBef>
              <a:spcAft>
                <a:spcPts val="744"/>
              </a:spcAft>
              <a:buChar char="•"/>
              <a:defRPr sz="1395" b="0">
                <a:solidFill>
                  <a:schemeClr val="tx1"/>
                </a:solidFill>
                <a:latin typeface="+mn-lt"/>
                <a:ea typeface="+mn-lt"/>
                <a:cs typeface="+mn-lt"/>
              </a:defRPr>
            </a:lvl5pPr>
            <a:lvl6pPr marL="1086750" indent="-141750" algn="l">
              <a:lnSpc>
                <a:spcPct val="110000"/>
              </a:lnSpc>
              <a:spcBef>
                <a:spcPts val="0"/>
              </a:spcBef>
              <a:spcAft>
                <a:spcPts val="744"/>
              </a:spcAft>
              <a:buChar char="•"/>
              <a:defRPr sz="1395" b="0">
                <a:solidFill>
                  <a:schemeClr val="tx1"/>
                </a:solidFill>
                <a:latin typeface="+mn-lt"/>
                <a:ea typeface="+mn-lt"/>
                <a:cs typeface="+mn-lt"/>
              </a:defRPr>
            </a:lvl6pPr>
            <a:lvl7pPr marL="1275750" indent="-141750" algn="l">
              <a:lnSpc>
                <a:spcPct val="110000"/>
              </a:lnSpc>
              <a:spcBef>
                <a:spcPts val="0"/>
              </a:spcBef>
              <a:spcAft>
                <a:spcPts val="744"/>
              </a:spcAft>
              <a:buChar char="•"/>
              <a:defRPr sz="1395" b="0">
                <a:solidFill>
                  <a:schemeClr val="tx1"/>
                </a:solidFill>
                <a:latin typeface="+mn-lt"/>
                <a:ea typeface="+mn-lt"/>
                <a:cs typeface="+mn-lt"/>
              </a:defRPr>
            </a:lvl7pPr>
            <a:lvl8pPr marL="1464750" indent="-141750" algn="l">
              <a:lnSpc>
                <a:spcPct val="110000"/>
              </a:lnSpc>
              <a:spcBef>
                <a:spcPts val="0"/>
              </a:spcBef>
              <a:spcAft>
                <a:spcPts val="744"/>
              </a:spcAft>
              <a:buChar char="•"/>
              <a:defRPr sz="1395" b="0">
                <a:solidFill>
                  <a:schemeClr val="tx1"/>
                </a:solidFill>
                <a:latin typeface="+mn-lt"/>
                <a:ea typeface="+mn-lt"/>
                <a:cs typeface="+mn-lt"/>
              </a:defRPr>
            </a:lvl8pPr>
            <a:lvl9pPr marL="1653750" indent="-141750" algn="l">
              <a:lnSpc>
                <a:spcPct val="110000"/>
              </a:lnSpc>
              <a:spcBef>
                <a:spcPts val="0"/>
              </a:spcBef>
              <a:spcAft>
                <a:spcPts val="744"/>
              </a:spcAft>
              <a:buChar char="•"/>
              <a:defRPr sz="139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62C691-DC24-4AEB-B337-31F7990697DF}"/>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gn="l">
              <a:lnSpc>
                <a:spcPct val="110000"/>
              </a:lnSpc>
              <a:spcBef>
                <a:spcPts val="0"/>
              </a:spcBef>
              <a:spcAft>
                <a:spcPts val="0"/>
              </a:spcAft>
              <a:buNone/>
              <a:defRPr sz="2046" b="1">
                <a:solidFill>
                  <a:schemeClr val="tx1"/>
                </a:solidFill>
                <a:latin typeface="+mj-lt"/>
                <a:ea typeface="+mj-lt"/>
                <a:cs typeface="+mj-lt"/>
              </a:defRPr>
            </a:lvl1pPr>
            <a:lvl2pPr marL="0" indent="0" algn="l">
              <a:lnSpc>
                <a:spcPct val="110000"/>
              </a:lnSpc>
              <a:spcBef>
                <a:spcPts val="0"/>
              </a:spcBef>
              <a:spcAft>
                <a:spcPts val="0"/>
              </a:spcAft>
              <a:buNone/>
              <a:defRPr sz="2046" b="1">
                <a:solidFill>
                  <a:schemeClr val="tx1"/>
                </a:solidFill>
                <a:latin typeface="+mj-lt"/>
                <a:ea typeface="+mj-lt"/>
                <a:cs typeface="+mj-lt"/>
              </a:defRPr>
            </a:lvl2pPr>
            <a:lvl3pPr marL="0" indent="0" algn="l">
              <a:lnSpc>
                <a:spcPct val="110000"/>
              </a:lnSpc>
              <a:spcBef>
                <a:spcPts val="0"/>
              </a:spcBef>
              <a:spcAft>
                <a:spcPts val="0"/>
              </a:spcAft>
              <a:buNone/>
              <a:defRPr sz="2046" b="1">
                <a:solidFill>
                  <a:schemeClr val="tx1"/>
                </a:solidFill>
                <a:latin typeface="+mj-lt"/>
                <a:ea typeface="+mj-lt"/>
                <a:cs typeface="+mj-lt"/>
              </a:defRPr>
            </a:lvl3pPr>
            <a:lvl4pPr marL="0" indent="0" algn="l">
              <a:lnSpc>
                <a:spcPct val="110000"/>
              </a:lnSpc>
              <a:spcBef>
                <a:spcPts val="0"/>
              </a:spcBef>
              <a:spcAft>
                <a:spcPts val="0"/>
              </a:spcAft>
              <a:buNone/>
              <a:defRPr sz="2046" b="1">
                <a:solidFill>
                  <a:schemeClr val="tx1"/>
                </a:solidFill>
                <a:latin typeface="+mj-lt"/>
                <a:ea typeface="+mj-lt"/>
                <a:cs typeface="+mj-lt"/>
              </a:defRPr>
            </a:lvl4pPr>
            <a:lvl5pPr marL="0" indent="0" algn="l">
              <a:lnSpc>
                <a:spcPct val="110000"/>
              </a:lnSpc>
              <a:spcBef>
                <a:spcPts val="0"/>
              </a:spcBef>
              <a:spcAft>
                <a:spcPts val="0"/>
              </a:spcAft>
              <a:buNone/>
              <a:defRPr sz="2046" b="1">
                <a:solidFill>
                  <a:schemeClr val="tx1"/>
                </a:solidFill>
                <a:latin typeface="+mj-lt"/>
                <a:ea typeface="+mj-lt"/>
                <a:cs typeface="+mj-lt"/>
              </a:defRPr>
            </a:lvl5pPr>
            <a:lvl6pPr marL="0" indent="0" algn="l">
              <a:lnSpc>
                <a:spcPct val="110000"/>
              </a:lnSpc>
              <a:spcBef>
                <a:spcPts val="0"/>
              </a:spcBef>
              <a:spcAft>
                <a:spcPts val="0"/>
              </a:spcAft>
              <a:buNone/>
              <a:defRPr sz="2046" b="1">
                <a:solidFill>
                  <a:schemeClr val="tx1"/>
                </a:solidFill>
                <a:latin typeface="+mj-lt"/>
                <a:ea typeface="+mj-lt"/>
                <a:cs typeface="+mj-lt"/>
              </a:defRPr>
            </a:lvl6pPr>
            <a:lvl7pPr marL="0" indent="0" algn="l">
              <a:lnSpc>
                <a:spcPct val="110000"/>
              </a:lnSpc>
              <a:spcBef>
                <a:spcPts val="0"/>
              </a:spcBef>
              <a:spcAft>
                <a:spcPts val="0"/>
              </a:spcAft>
              <a:buNone/>
              <a:defRPr sz="2046" b="1">
                <a:solidFill>
                  <a:schemeClr val="tx1"/>
                </a:solidFill>
                <a:latin typeface="+mj-lt"/>
                <a:ea typeface="+mj-lt"/>
                <a:cs typeface="+mj-lt"/>
              </a:defRPr>
            </a:lvl7pPr>
            <a:lvl8pPr marL="0" indent="0" algn="l">
              <a:lnSpc>
                <a:spcPct val="110000"/>
              </a:lnSpc>
              <a:spcBef>
                <a:spcPts val="0"/>
              </a:spcBef>
              <a:spcAft>
                <a:spcPts val="0"/>
              </a:spcAft>
              <a:buNone/>
              <a:defRPr sz="2046" b="1">
                <a:solidFill>
                  <a:schemeClr val="tx1"/>
                </a:solidFill>
                <a:latin typeface="+mj-lt"/>
                <a:ea typeface="+mj-lt"/>
                <a:cs typeface="+mj-lt"/>
              </a:defRPr>
            </a:lvl8pPr>
            <a:lvl9pPr marL="0" indent="0" algn="l">
              <a:lnSpc>
                <a:spcPct val="110000"/>
              </a:lnSpc>
              <a:spcBef>
                <a:spcPts val="0"/>
              </a:spcBef>
              <a:spcAft>
                <a:spcPts val="0"/>
              </a:spcAft>
              <a:buNone/>
              <a:defRPr sz="204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1EE6AC-9255-4416-B354-6097B8F73277}"/>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gn="l">
              <a:lnSpc>
                <a:spcPct val="110000"/>
              </a:lnSpc>
              <a:spcBef>
                <a:spcPts val="0"/>
              </a:spcBef>
              <a:spcAft>
                <a:spcPts val="744"/>
              </a:spcAft>
              <a:buChar char="•"/>
              <a:defRPr sz="1302" b="0">
                <a:solidFill>
                  <a:schemeClr val="tx1"/>
                </a:solidFill>
                <a:latin typeface="+mn-lt"/>
                <a:ea typeface="+mn-lt"/>
                <a:cs typeface="+mn-lt"/>
              </a:defRPr>
            </a:lvl1pPr>
            <a:lvl2pPr marL="330750" indent="-141750" algn="l">
              <a:lnSpc>
                <a:spcPct val="110000"/>
              </a:lnSpc>
              <a:spcBef>
                <a:spcPts val="0"/>
              </a:spcBef>
              <a:spcAft>
                <a:spcPts val="744"/>
              </a:spcAft>
              <a:buChar char="•"/>
              <a:defRPr sz="1302" b="0">
                <a:solidFill>
                  <a:schemeClr val="tx1"/>
                </a:solidFill>
                <a:latin typeface="+mn-lt"/>
                <a:ea typeface="+mn-lt"/>
                <a:cs typeface="+mn-lt"/>
              </a:defRPr>
            </a:lvl2pPr>
            <a:lvl3pPr marL="519750" indent="-141750" algn="l">
              <a:lnSpc>
                <a:spcPct val="110000"/>
              </a:lnSpc>
              <a:spcBef>
                <a:spcPts val="0"/>
              </a:spcBef>
              <a:spcAft>
                <a:spcPts val="744"/>
              </a:spcAft>
              <a:buChar char="•"/>
              <a:defRPr sz="1302" b="0">
                <a:solidFill>
                  <a:schemeClr val="tx1"/>
                </a:solidFill>
                <a:latin typeface="+mn-lt"/>
                <a:ea typeface="+mn-lt"/>
                <a:cs typeface="+mn-lt"/>
              </a:defRPr>
            </a:lvl3pPr>
            <a:lvl4pPr marL="708750" indent="-141750" algn="l">
              <a:lnSpc>
                <a:spcPct val="110000"/>
              </a:lnSpc>
              <a:spcBef>
                <a:spcPts val="0"/>
              </a:spcBef>
              <a:spcAft>
                <a:spcPts val="744"/>
              </a:spcAft>
              <a:buChar char="•"/>
              <a:defRPr sz="1302" b="0">
                <a:solidFill>
                  <a:schemeClr val="tx1"/>
                </a:solidFill>
                <a:latin typeface="+mn-lt"/>
                <a:ea typeface="+mn-lt"/>
                <a:cs typeface="+mn-lt"/>
              </a:defRPr>
            </a:lvl4pPr>
            <a:lvl5pPr marL="897750" indent="-141750" algn="l">
              <a:lnSpc>
                <a:spcPct val="110000"/>
              </a:lnSpc>
              <a:spcBef>
                <a:spcPts val="0"/>
              </a:spcBef>
              <a:spcAft>
                <a:spcPts val="744"/>
              </a:spcAft>
              <a:buChar char="•"/>
              <a:defRPr sz="1302" b="0">
                <a:solidFill>
                  <a:schemeClr val="tx1"/>
                </a:solidFill>
                <a:latin typeface="+mn-lt"/>
                <a:ea typeface="+mn-lt"/>
                <a:cs typeface="+mn-lt"/>
              </a:defRPr>
            </a:lvl5pPr>
            <a:lvl6pPr marL="1086750" indent="-141750" algn="l">
              <a:lnSpc>
                <a:spcPct val="110000"/>
              </a:lnSpc>
              <a:spcBef>
                <a:spcPts val="0"/>
              </a:spcBef>
              <a:spcAft>
                <a:spcPts val="744"/>
              </a:spcAft>
              <a:buChar char="•"/>
              <a:defRPr sz="1302" b="0">
                <a:solidFill>
                  <a:schemeClr val="tx1"/>
                </a:solidFill>
                <a:latin typeface="+mn-lt"/>
                <a:ea typeface="+mn-lt"/>
                <a:cs typeface="+mn-lt"/>
              </a:defRPr>
            </a:lvl6pPr>
            <a:lvl7pPr marL="1275750" indent="-141750" algn="l">
              <a:lnSpc>
                <a:spcPct val="110000"/>
              </a:lnSpc>
              <a:spcBef>
                <a:spcPts val="0"/>
              </a:spcBef>
              <a:spcAft>
                <a:spcPts val="744"/>
              </a:spcAft>
              <a:buChar char="•"/>
              <a:defRPr sz="1302" b="0">
                <a:solidFill>
                  <a:schemeClr val="tx1"/>
                </a:solidFill>
                <a:latin typeface="+mn-lt"/>
                <a:ea typeface="+mn-lt"/>
                <a:cs typeface="+mn-lt"/>
              </a:defRPr>
            </a:lvl7pPr>
            <a:lvl8pPr marL="1464750" indent="-141750" algn="l">
              <a:lnSpc>
                <a:spcPct val="110000"/>
              </a:lnSpc>
              <a:spcBef>
                <a:spcPts val="0"/>
              </a:spcBef>
              <a:spcAft>
                <a:spcPts val="744"/>
              </a:spcAft>
              <a:buChar char="•"/>
              <a:defRPr sz="1302" b="0">
                <a:solidFill>
                  <a:schemeClr val="tx1"/>
                </a:solidFill>
                <a:latin typeface="+mn-lt"/>
                <a:ea typeface="+mn-lt"/>
                <a:cs typeface="+mn-lt"/>
              </a:defRPr>
            </a:lvl8pPr>
            <a:lvl9pPr marL="1653750" indent="-141750" algn="l">
              <a:lnSpc>
                <a:spcPct val="110000"/>
              </a:lnSpc>
              <a:spcBef>
                <a:spcPts val="0"/>
              </a:spcBef>
              <a:spcAft>
                <a:spcPts val="744"/>
              </a:spcAft>
              <a:buChar char="•"/>
              <a:defRPr sz="130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91647A2-CCAC-486D-824B-1A34B6D746AE}"/>
              </a:ext>
            </a:extLst>
          </p:cNvPr>
          <p:cNvSpPr>
            <a:spLocks xmlns:a="http://schemas.openxmlformats.org/drawingml/2006/main" noGrp="1"/>
          </p:cNvSpPr>
          <p:nvPr>
            <p:ph type="body" idx="2"/>
          </p:nvPr>
        </p:nvSpPr>
        <p:spPr>
          <a:xfrm xmlns:a="http://schemas.openxmlformats.org/drawingml/2006/main">
            <a:off x="4016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02" b="0">
                <a:solidFill>
                  <a:schemeClr val="tx1"/>
                </a:solidFill>
                <a:latin typeface="+mn-lt"/>
                <a:ea typeface="+mn-lt"/>
                <a:cs typeface="+mn-lt"/>
              </a:defRPr>
            </a:defPPr>
            <a:lvl1pPr marL="141750" indent="-141750" algn="l">
              <a:lnSpc>
                <a:spcPct val="110000"/>
              </a:lnSpc>
              <a:spcBef>
                <a:spcPts val="0"/>
              </a:spcBef>
              <a:spcAft>
                <a:spcPts val="744"/>
              </a:spcAft>
              <a:buChar char="•"/>
              <a:defRPr sz="1302" b="0">
                <a:solidFill>
                  <a:schemeClr val="tx1"/>
                </a:solidFill>
                <a:latin typeface="+mn-lt"/>
                <a:ea typeface="+mn-lt"/>
                <a:cs typeface="+mn-lt"/>
              </a:defRPr>
            </a:lvl1pPr>
            <a:lvl2pPr marL="330750" indent="-141750" algn="l">
              <a:lnSpc>
                <a:spcPct val="110000"/>
              </a:lnSpc>
              <a:spcBef>
                <a:spcPts val="0"/>
              </a:spcBef>
              <a:spcAft>
                <a:spcPts val="744"/>
              </a:spcAft>
              <a:buChar char="•"/>
              <a:defRPr sz="1302" b="0">
                <a:solidFill>
                  <a:schemeClr val="tx1"/>
                </a:solidFill>
                <a:latin typeface="+mn-lt"/>
                <a:ea typeface="+mn-lt"/>
                <a:cs typeface="+mn-lt"/>
              </a:defRPr>
            </a:lvl2pPr>
            <a:lvl3pPr marL="519750" indent="-141750" algn="l">
              <a:lnSpc>
                <a:spcPct val="110000"/>
              </a:lnSpc>
              <a:spcBef>
                <a:spcPts val="0"/>
              </a:spcBef>
              <a:spcAft>
                <a:spcPts val="744"/>
              </a:spcAft>
              <a:buChar char="•"/>
              <a:defRPr sz="1302" b="0">
                <a:solidFill>
                  <a:schemeClr val="tx1"/>
                </a:solidFill>
                <a:latin typeface="+mn-lt"/>
                <a:ea typeface="+mn-lt"/>
                <a:cs typeface="+mn-lt"/>
              </a:defRPr>
            </a:lvl3pPr>
            <a:lvl4pPr marL="708750" indent="-141750" algn="l">
              <a:lnSpc>
                <a:spcPct val="110000"/>
              </a:lnSpc>
              <a:spcBef>
                <a:spcPts val="0"/>
              </a:spcBef>
              <a:spcAft>
                <a:spcPts val="744"/>
              </a:spcAft>
              <a:buChar char="•"/>
              <a:defRPr sz="1302" b="0">
                <a:solidFill>
                  <a:schemeClr val="tx1"/>
                </a:solidFill>
                <a:latin typeface="+mn-lt"/>
                <a:ea typeface="+mn-lt"/>
                <a:cs typeface="+mn-lt"/>
              </a:defRPr>
            </a:lvl4pPr>
            <a:lvl5pPr marL="897750" indent="-141750" algn="l">
              <a:lnSpc>
                <a:spcPct val="110000"/>
              </a:lnSpc>
              <a:spcBef>
                <a:spcPts val="0"/>
              </a:spcBef>
              <a:spcAft>
                <a:spcPts val="744"/>
              </a:spcAft>
              <a:buChar char="•"/>
              <a:defRPr sz="1302" b="0">
                <a:solidFill>
                  <a:schemeClr val="tx1"/>
                </a:solidFill>
                <a:latin typeface="+mn-lt"/>
                <a:ea typeface="+mn-lt"/>
                <a:cs typeface="+mn-lt"/>
              </a:defRPr>
            </a:lvl5pPr>
            <a:lvl6pPr marL="1086750" indent="-141750" algn="l">
              <a:lnSpc>
                <a:spcPct val="110000"/>
              </a:lnSpc>
              <a:spcBef>
                <a:spcPts val="0"/>
              </a:spcBef>
              <a:spcAft>
                <a:spcPts val="744"/>
              </a:spcAft>
              <a:buChar char="•"/>
              <a:defRPr sz="1302" b="0">
                <a:solidFill>
                  <a:schemeClr val="tx1"/>
                </a:solidFill>
                <a:latin typeface="+mn-lt"/>
                <a:ea typeface="+mn-lt"/>
                <a:cs typeface="+mn-lt"/>
              </a:defRPr>
            </a:lvl6pPr>
            <a:lvl7pPr marL="1275750" indent="-141750" algn="l">
              <a:lnSpc>
                <a:spcPct val="110000"/>
              </a:lnSpc>
              <a:spcBef>
                <a:spcPts val="0"/>
              </a:spcBef>
              <a:spcAft>
                <a:spcPts val="744"/>
              </a:spcAft>
              <a:buChar char="•"/>
              <a:defRPr sz="1302" b="0">
                <a:solidFill>
                  <a:schemeClr val="tx1"/>
                </a:solidFill>
                <a:latin typeface="+mn-lt"/>
                <a:ea typeface="+mn-lt"/>
                <a:cs typeface="+mn-lt"/>
              </a:defRPr>
            </a:lvl7pPr>
            <a:lvl8pPr marL="1464750" indent="-141750" algn="l">
              <a:lnSpc>
                <a:spcPct val="110000"/>
              </a:lnSpc>
              <a:spcBef>
                <a:spcPts val="0"/>
              </a:spcBef>
              <a:spcAft>
                <a:spcPts val="744"/>
              </a:spcAft>
              <a:buChar char="•"/>
              <a:defRPr sz="1302" b="0">
                <a:solidFill>
                  <a:schemeClr val="tx1"/>
                </a:solidFill>
                <a:latin typeface="+mn-lt"/>
                <a:ea typeface="+mn-lt"/>
                <a:cs typeface="+mn-lt"/>
              </a:defRPr>
            </a:lvl8pPr>
            <a:lvl9pPr marL="1653750" indent="-141750" algn="l">
              <a:lnSpc>
                <a:spcPct val="110000"/>
              </a:lnSpc>
              <a:spcBef>
                <a:spcPts val="0"/>
              </a:spcBef>
              <a:spcAft>
                <a:spcPts val="744"/>
              </a:spcAft>
              <a:buChar char="•"/>
              <a:defRPr sz="130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871541-08BD-4D6B-9BF4-0A8CEA0AE115}"/>
              </a:ext>
            </a:extLst>
          </p:cNvPr>
          <p:cNvSpPr>
            <a:spLocks xmlns:a="http://schemas.openxmlformats.org/drawingml/2006/main" noGrp="1"/>
          </p:cNvSpPr>
          <p:nvPr>
            <p:ph type="title" idx="0"/>
          </p:nvPr>
        </p:nvSpPr>
        <p:spPr>
          <a:xfrm xmlns:a="http://schemas.openxmlformats.org/drawingml/2006/main">
            <a:off x="425250" y="831600"/>
            <a:ext cx="6709500" cy="1306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046" b="1">
                <a:solidFill>
                  <a:schemeClr val="tx1"/>
                </a:solidFill>
                <a:latin typeface="+mj-lt"/>
                <a:ea typeface="+mj-lt"/>
                <a:cs typeface="+mj-lt"/>
              </a:defRPr>
            </a:defPPr>
            <a:lvl1pPr marL="0" indent="0" algn="l">
              <a:lnSpc>
                <a:spcPct val="110000"/>
              </a:lnSpc>
              <a:spcBef>
                <a:spcPts val="0"/>
              </a:spcBef>
              <a:spcAft>
                <a:spcPts val="0"/>
              </a:spcAft>
              <a:buNone/>
              <a:defRPr sz="2046" b="1">
                <a:solidFill>
                  <a:schemeClr val="tx1"/>
                </a:solidFill>
                <a:latin typeface="+mj-lt"/>
                <a:ea typeface="+mj-lt"/>
                <a:cs typeface="+mj-lt"/>
              </a:defRPr>
            </a:lvl1pPr>
            <a:lvl2pPr marL="0" indent="0" algn="l">
              <a:lnSpc>
                <a:spcPct val="110000"/>
              </a:lnSpc>
              <a:spcBef>
                <a:spcPts val="0"/>
              </a:spcBef>
              <a:spcAft>
                <a:spcPts val="0"/>
              </a:spcAft>
              <a:buNone/>
              <a:defRPr sz="2046" b="1">
                <a:solidFill>
                  <a:schemeClr val="tx1"/>
                </a:solidFill>
                <a:latin typeface="+mj-lt"/>
                <a:ea typeface="+mj-lt"/>
                <a:cs typeface="+mj-lt"/>
              </a:defRPr>
            </a:lvl2pPr>
            <a:lvl3pPr marL="0" indent="0" algn="l">
              <a:lnSpc>
                <a:spcPct val="110000"/>
              </a:lnSpc>
              <a:spcBef>
                <a:spcPts val="0"/>
              </a:spcBef>
              <a:spcAft>
                <a:spcPts val="0"/>
              </a:spcAft>
              <a:buNone/>
              <a:defRPr sz="2046" b="1">
                <a:solidFill>
                  <a:schemeClr val="tx1"/>
                </a:solidFill>
                <a:latin typeface="+mj-lt"/>
                <a:ea typeface="+mj-lt"/>
                <a:cs typeface="+mj-lt"/>
              </a:defRPr>
            </a:lvl3pPr>
            <a:lvl4pPr marL="0" indent="0" algn="l">
              <a:lnSpc>
                <a:spcPct val="110000"/>
              </a:lnSpc>
              <a:spcBef>
                <a:spcPts val="0"/>
              </a:spcBef>
              <a:spcAft>
                <a:spcPts val="0"/>
              </a:spcAft>
              <a:buNone/>
              <a:defRPr sz="2046" b="1">
                <a:solidFill>
                  <a:schemeClr val="tx1"/>
                </a:solidFill>
                <a:latin typeface="+mj-lt"/>
                <a:ea typeface="+mj-lt"/>
                <a:cs typeface="+mj-lt"/>
              </a:defRPr>
            </a:lvl4pPr>
            <a:lvl5pPr marL="0" indent="0" algn="l">
              <a:lnSpc>
                <a:spcPct val="110000"/>
              </a:lnSpc>
              <a:spcBef>
                <a:spcPts val="0"/>
              </a:spcBef>
              <a:spcAft>
                <a:spcPts val="0"/>
              </a:spcAft>
              <a:buNone/>
              <a:defRPr sz="2046" b="1">
                <a:solidFill>
                  <a:schemeClr val="tx1"/>
                </a:solidFill>
                <a:latin typeface="+mj-lt"/>
                <a:ea typeface="+mj-lt"/>
                <a:cs typeface="+mj-lt"/>
              </a:defRPr>
            </a:lvl5pPr>
            <a:lvl6pPr marL="0" indent="0" algn="l">
              <a:lnSpc>
                <a:spcPct val="110000"/>
              </a:lnSpc>
              <a:spcBef>
                <a:spcPts val="0"/>
              </a:spcBef>
              <a:spcAft>
                <a:spcPts val="0"/>
              </a:spcAft>
              <a:buNone/>
              <a:defRPr sz="2046" b="1">
                <a:solidFill>
                  <a:schemeClr val="tx1"/>
                </a:solidFill>
                <a:latin typeface="+mj-lt"/>
                <a:ea typeface="+mj-lt"/>
                <a:cs typeface="+mj-lt"/>
              </a:defRPr>
            </a:lvl6pPr>
            <a:lvl7pPr marL="0" indent="0" algn="l">
              <a:lnSpc>
                <a:spcPct val="110000"/>
              </a:lnSpc>
              <a:spcBef>
                <a:spcPts val="0"/>
              </a:spcBef>
              <a:spcAft>
                <a:spcPts val="0"/>
              </a:spcAft>
              <a:buNone/>
              <a:defRPr sz="2046" b="1">
                <a:solidFill>
                  <a:schemeClr val="tx1"/>
                </a:solidFill>
                <a:latin typeface="+mj-lt"/>
                <a:ea typeface="+mj-lt"/>
                <a:cs typeface="+mj-lt"/>
              </a:defRPr>
            </a:lvl7pPr>
            <a:lvl8pPr marL="0" indent="0" algn="l">
              <a:lnSpc>
                <a:spcPct val="110000"/>
              </a:lnSpc>
              <a:spcBef>
                <a:spcPts val="0"/>
              </a:spcBef>
              <a:spcAft>
                <a:spcPts val="0"/>
              </a:spcAft>
              <a:buNone/>
              <a:defRPr sz="2046" b="1">
                <a:solidFill>
                  <a:schemeClr val="tx1"/>
                </a:solidFill>
                <a:latin typeface="+mj-lt"/>
                <a:ea typeface="+mj-lt"/>
                <a:cs typeface="+mj-lt"/>
              </a:defRPr>
            </a:lvl8pPr>
            <a:lvl9pPr marL="0" indent="0" algn="l">
              <a:lnSpc>
                <a:spcPct val="110000"/>
              </a:lnSpc>
              <a:spcBef>
                <a:spcPts val="0"/>
              </a:spcBef>
              <a:spcAft>
                <a:spcPts val="0"/>
              </a:spcAft>
              <a:buNone/>
              <a:defRPr sz="2046"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2FAB1A-1CB8-461B-9199-822F616F2943}"/>
              </a:ext>
            </a:extLst>
          </p:cNvPr>
          <p:cNvSpPr>
            <a:spLocks xmlns:a="http://schemas.openxmlformats.org/drawingml/2006/main" noGrp="1"/>
          </p:cNvSpPr>
          <p:nvPr>
            <p:ph type="body" idx="1"/>
          </p:nvPr>
        </p:nvSpPr>
        <p:spPr>
          <a:xfrm xmlns:a="http://schemas.openxmlformats.org/drawingml/2006/main">
            <a:off x="425250" y="2970000"/>
            <a:ext cx="3118500" cy="665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95" b="0">
                <a:solidFill>
                  <a:schemeClr val="tx1"/>
                </a:solidFill>
                <a:latin typeface="+mn-lt"/>
                <a:ea typeface="+mn-lt"/>
                <a:cs typeface="+mn-lt"/>
              </a:defRPr>
            </a:defPPr>
            <a:lvl1pPr marL="141750" indent="-141750" algn="l">
              <a:lnSpc>
                <a:spcPct val="110000"/>
              </a:lnSpc>
              <a:spcBef>
                <a:spcPts val="0"/>
              </a:spcBef>
              <a:spcAft>
                <a:spcPts val="744"/>
              </a:spcAft>
              <a:buChar char="•"/>
              <a:defRPr sz="1395" b="0">
                <a:solidFill>
                  <a:schemeClr val="tx1"/>
                </a:solidFill>
                <a:latin typeface="+mn-lt"/>
                <a:ea typeface="+mn-lt"/>
                <a:cs typeface="+mn-lt"/>
              </a:defRPr>
            </a:lvl1pPr>
            <a:lvl2pPr marL="330750" indent="-141750" algn="l">
              <a:lnSpc>
                <a:spcPct val="110000"/>
              </a:lnSpc>
              <a:spcBef>
                <a:spcPts val="0"/>
              </a:spcBef>
              <a:spcAft>
                <a:spcPts val="744"/>
              </a:spcAft>
              <a:buChar char="•"/>
              <a:defRPr sz="1395" b="0">
                <a:solidFill>
                  <a:schemeClr val="tx1"/>
                </a:solidFill>
                <a:latin typeface="+mn-lt"/>
                <a:ea typeface="+mn-lt"/>
                <a:cs typeface="+mn-lt"/>
              </a:defRPr>
            </a:lvl2pPr>
            <a:lvl3pPr marL="519750" indent="-141750" algn="l">
              <a:lnSpc>
                <a:spcPct val="110000"/>
              </a:lnSpc>
              <a:spcBef>
                <a:spcPts val="0"/>
              </a:spcBef>
              <a:spcAft>
                <a:spcPts val="744"/>
              </a:spcAft>
              <a:buChar char="•"/>
              <a:defRPr sz="1395" b="0">
                <a:solidFill>
                  <a:schemeClr val="tx1"/>
                </a:solidFill>
                <a:latin typeface="+mn-lt"/>
                <a:ea typeface="+mn-lt"/>
                <a:cs typeface="+mn-lt"/>
              </a:defRPr>
            </a:lvl3pPr>
            <a:lvl4pPr marL="708750" indent="-141750" algn="l">
              <a:lnSpc>
                <a:spcPct val="110000"/>
              </a:lnSpc>
              <a:spcBef>
                <a:spcPts val="0"/>
              </a:spcBef>
              <a:spcAft>
                <a:spcPts val="744"/>
              </a:spcAft>
              <a:buChar char="•"/>
              <a:defRPr sz="1395" b="0">
                <a:solidFill>
                  <a:schemeClr val="tx1"/>
                </a:solidFill>
                <a:latin typeface="+mn-lt"/>
                <a:ea typeface="+mn-lt"/>
                <a:cs typeface="+mn-lt"/>
              </a:defRPr>
            </a:lvl4pPr>
            <a:lvl5pPr marL="897750" indent="-141750" algn="l">
              <a:lnSpc>
                <a:spcPct val="110000"/>
              </a:lnSpc>
              <a:spcBef>
                <a:spcPts val="0"/>
              </a:spcBef>
              <a:spcAft>
                <a:spcPts val="744"/>
              </a:spcAft>
              <a:buChar char="•"/>
              <a:defRPr sz="1395" b="0">
                <a:solidFill>
                  <a:schemeClr val="tx1"/>
                </a:solidFill>
                <a:latin typeface="+mn-lt"/>
                <a:ea typeface="+mn-lt"/>
                <a:cs typeface="+mn-lt"/>
              </a:defRPr>
            </a:lvl5pPr>
            <a:lvl6pPr marL="1086750" indent="-141750" algn="l">
              <a:lnSpc>
                <a:spcPct val="110000"/>
              </a:lnSpc>
              <a:spcBef>
                <a:spcPts val="0"/>
              </a:spcBef>
              <a:spcAft>
                <a:spcPts val="744"/>
              </a:spcAft>
              <a:buChar char="•"/>
              <a:defRPr sz="1395" b="0">
                <a:solidFill>
                  <a:schemeClr val="tx1"/>
                </a:solidFill>
                <a:latin typeface="+mn-lt"/>
                <a:ea typeface="+mn-lt"/>
                <a:cs typeface="+mn-lt"/>
              </a:defRPr>
            </a:lvl6pPr>
            <a:lvl7pPr marL="1275750" indent="-141750" algn="l">
              <a:lnSpc>
                <a:spcPct val="110000"/>
              </a:lnSpc>
              <a:spcBef>
                <a:spcPts val="0"/>
              </a:spcBef>
              <a:spcAft>
                <a:spcPts val="744"/>
              </a:spcAft>
              <a:buChar char="•"/>
              <a:defRPr sz="1395" b="0">
                <a:solidFill>
                  <a:schemeClr val="tx1"/>
                </a:solidFill>
                <a:latin typeface="+mn-lt"/>
                <a:ea typeface="+mn-lt"/>
                <a:cs typeface="+mn-lt"/>
              </a:defRPr>
            </a:lvl7pPr>
            <a:lvl8pPr marL="1464750" indent="-141750" algn="l">
              <a:lnSpc>
                <a:spcPct val="110000"/>
              </a:lnSpc>
              <a:spcBef>
                <a:spcPts val="0"/>
              </a:spcBef>
              <a:spcAft>
                <a:spcPts val="744"/>
              </a:spcAft>
              <a:buChar char="•"/>
              <a:defRPr sz="1395" b="0">
                <a:solidFill>
                  <a:schemeClr val="tx1"/>
                </a:solidFill>
                <a:latin typeface="+mn-lt"/>
                <a:ea typeface="+mn-lt"/>
                <a:cs typeface="+mn-lt"/>
              </a:defRPr>
            </a:lvl8pPr>
            <a:lvl9pPr marL="1653750" indent="-141750" algn="l">
              <a:lnSpc>
                <a:spcPct val="110000"/>
              </a:lnSpc>
              <a:spcBef>
                <a:spcPts val="0"/>
              </a:spcBef>
              <a:spcAft>
                <a:spcPts val="744"/>
              </a:spcAft>
              <a:buChar char="•"/>
              <a:defRPr sz="139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2c19a67e074d7f" /><Relationship Type="http://schemas.openxmlformats.org/officeDocument/2006/relationships/slideLayout" Target="/ppt/slideLayouts/slideLayout1.xml" Id="Rcfe65d79113e46a9" /><Relationship Type="http://schemas.openxmlformats.org/officeDocument/2006/relationships/slideLayout" Target="/ppt/slideLayouts/slideLayout2.xml" Id="Rcb334c3e559d4628" /><Relationship Type="http://schemas.openxmlformats.org/officeDocument/2006/relationships/slideLayout" Target="/ppt/slideLayouts/slideLayout3.xml" Id="R99faa4222e58409b" /><Relationship Type="http://schemas.openxmlformats.org/officeDocument/2006/relationships/slideLayout" Target="/ppt/slideLayouts/slideLayout4.xml" Id="R21b30efaac334aeb" /><Relationship Type="http://schemas.openxmlformats.org/officeDocument/2006/relationships/slideLayout" Target="/ppt/slideLayouts/slideLayout5.xml" Id="Rd105b18aec524ea5" /><Relationship Type="http://schemas.openxmlformats.org/officeDocument/2006/relationships/slideLayout" Target="/ppt/slideLayouts/slideLayout6.xml" Id="R675254c4875942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e65d79113e46a9"/>
    <p:sldLayoutId xmlns:r="http://schemas.openxmlformats.org/officeDocument/2006/relationships" id="2147483650" r:id="Rcb334c3e559d4628"/>
    <p:sldLayoutId xmlns:r="http://schemas.openxmlformats.org/officeDocument/2006/relationships" id="2147483651" r:id="R99faa4222e58409b"/>
    <p:sldLayoutId xmlns:r="http://schemas.openxmlformats.org/officeDocument/2006/relationships" id="2147483652" r:id="R21b30efaac334aeb"/>
    <p:sldLayoutId xmlns:r="http://schemas.openxmlformats.org/officeDocument/2006/relationships" id="2147483653" r:id="Rd105b18aec524ea5"/>
    <p:sldLayoutId xmlns:r="http://schemas.openxmlformats.org/officeDocument/2006/relationships" id="2147483654" r:id="R675254c4875942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elecom White A4">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4">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59b40a856c84cb1" /><Relationship Type="http://schemas.openxmlformats.org/officeDocument/2006/relationships/notesSlide" Target="/ppt/notesSlides/notesSlide1.xml" Id="Rbc81918c9b9749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7ab05504b349cb" /><Relationship Type="http://schemas.openxmlformats.org/officeDocument/2006/relationships/image" Target="/ppt/media/image.png" Id="R1a6d5a5c3dfa4fbe" /><Relationship Type="http://schemas.openxmlformats.org/officeDocument/2006/relationships/chart" Target="/ppt/slides/charts/chart1.xml" Id="R434ca7fe1f9c4410" /><Relationship Type="http://schemas.openxmlformats.org/officeDocument/2006/relationships/notesSlide" Target="/ppt/notesSlides/notesSlide2.xml" Id="R019ae312eace43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d14e1e53784c42" /><Relationship Type="http://schemas.openxmlformats.org/officeDocument/2006/relationships/notesSlide" Target="/ppt/notesSlides/notesSlide3.xml" Id="R30340d95015343d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5a0be0219004c32" /><Relationship Type="http://schemas.openxmlformats.org/officeDocument/2006/relationships/notesSlide" Target="/ppt/notesSlides/notesSlide4.xml" Id="Rb3f44a35c95c42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80d5383af9a465e" /><Relationship Type="http://schemas.openxmlformats.org/officeDocument/2006/relationships/notesSlide" Target="/ppt/notesSlides/notesSlide5.xml" Id="R6cf241f8a04a4b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62b05b81aed4a3d" /><Relationship Type="http://schemas.openxmlformats.org/officeDocument/2006/relationships/notesSlide" Target="/ppt/notesSlides/notesSlide6.xml" Id="R19b7e3e283b748a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Customers leaving</c:v>
          </c:tx>
          <c:spPr>
            <a:solidFill xmlns:a="http://schemas.openxmlformats.org/drawingml/2006/main">
              <a:srgbClr val="0D69B3"/>
            </a:solidFill>
          </c:spPr>
          <c:invertIfNegative val="0"/>
          <c:cat>
            <c:strRef>
              <c:f>'Chart Data'!$A$2:$A$3</c:f>
              <c:strCache>
                <c:ptCount val="2"/>
                <c:pt idx="0">
                  <c:v>August 2026</c:v>
                </c:pt>
                <c:pt idx="1">
                  <c:v>September 2026</c:v>
                </c:pt>
              </c:strCache>
            </c:strRef>
          </c:cat>
          <c:val>
            <c:numRef>
              <c:f>'Chart Data'!$B$2:$B$3</c:f>
              <c:numCache>
                <c:formatCode>General</c:formatCode>
                <c:ptCount val="2"/>
                <c:pt idx="0">
                  <c:v>1300</c:v>
                </c:pt>
                <c:pt idx="1">
                  <c:v>2500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a:solidFill>
                    <a:srgbClr val="142C48"/>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5715">
            <a:solidFill>
              <a:srgbClr val="DAE3EB"/>
            </a:solidFill>
          </a:ln>
        </c:spPr>
        <c:txPr>
          <a:bodyPr xmlns:a="http://schemas.openxmlformats.org/drawingml/2006/main" anchorCtr="1"/>
          <a:lstStyle xmlns:a="http://schemas.openxmlformats.org/drawingml/2006/main"/>
          <a:p xmlns:a="http://schemas.openxmlformats.org/drawingml/2006/main">
            <a:pPr>
              <a:defRPr sz="900">
                <a:solidFill>
                  <a:srgbClr val="61738A"/>
                </a:solidFill>
                <a:latin typeface="Aptos"/>
                <a:ea typeface="Aptos"/>
                <a:cs typeface="Aptos"/>
              </a:defRPr>
            </a:pPr>
          </a:p>
        </c:txPr>
        <c:crossAx val="48672768"/>
      </c:catAx>
      <c:valAx>
        <c:axId val="48672768"/>
        <c:scaling>
          <c:orientation val="minMax"/>
          <c:max val="300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A6D7438-8793-4085-AFA8-761549B4FEB7}"/>
              </a:ext>
            </a:extLst>
          </p:cNvPr>
          <p:cNvSpPr>
            <a:spLocks xmlns:a="http://schemas.openxmlformats.org/drawingml/2006/main" noGrp="1"/>
          </p:cNvSpPr>
          <p:nvPr/>
        </p:nvSpPr>
        <p:spPr>
          <a:xfrm xmlns:a="http://schemas.openxmlformats.org/drawingml/2006/main">
            <a:off x="504000" y="1872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0E0255C8-2559-4006-8E5D-8168A1EE5AA7}"/>
              </a:ext>
            </a:extLst>
          </p:cNvPr>
          <p:cNvSpPr>
            <a:spLocks xmlns:a="http://schemas.openxmlformats.org/drawingml/2006/main" noGrp="1"/>
          </p:cNvSpPr>
          <p:nvPr/>
        </p:nvSpPr>
        <p:spPr>
          <a:xfrm xmlns:a="http://schemas.openxmlformats.org/drawingml/2006/main">
            <a:off x="504000" y="2700000"/>
            <a:ext cx="6552000" cy="19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00" b="1">
                <a:solidFill>
                  <a:srgbClr val="142C48"/>
                </a:solidFill>
                <a:latin typeface="Aptos"/>
                <a:ea typeface="Aptos"/>
                <a:cs typeface="Aptos"/>
              </a:defRPr>
            </a:defPPr>
            <a:lvl1pPr>
              <a:defRPr sz="3200" b="1">
                <a:solidFill>
                  <a:srgbClr val="142C48"/>
                </a:solidFill>
                <a:latin typeface="Aptos"/>
                <a:ea typeface="Aptos"/>
                <a:cs typeface="Aptos"/>
              </a:defRPr>
            </a:lvl1pPr>
            <a:lvl2pPr>
              <a:defRPr sz="3200" b="1">
                <a:solidFill>
                  <a:srgbClr val="142C48"/>
                </a:solidFill>
                <a:latin typeface="Aptos"/>
                <a:ea typeface="Aptos"/>
                <a:cs typeface="Aptos"/>
              </a:defRPr>
            </a:lvl2pPr>
            <a:lvl3pPr>
              <a:defRPr sz="3200" b="1">
                <a:solidFill>
                  <a:srgbClr val="142C48"/>
                </a:solidFill>
                <a:latin typeface="Aptos"/>
                <a:ea typeface="Aptos"/>
                <a:cs typeface="Aptos"/>
              </a:defRPr>
            </a:lvl3pPr>
            <a:lvl4pPr>
              <a:defRPr sz="3200" b="1">
                <a:solidFill>
                  <a:srgbClr val="142C48"/>
                </a:solidFill>
                <a:latin typeface="Aptos"/>
                <a:ea typeface="Aptos"/>
                <a:cs typeface="Aptos"/>
              </a:defRPr>
            </a:lvl4pPr>
            <a:lvl5pPr>
              <a:defRPr sz="3200" b="1">
                <a:solidFill>
                  <a:srgbClr val="142C48"/>
                </a:solidFill>
                <a:latin typeface="Aptos"/>
                <a:ea typeface="Aptos"/>
                <a:cs typeface="Aptos"/>
              </a:defRPr>
            </a:lvl5pPr>
            <a:lvl6pPr>
              <a:defRPr sz="3200" b="1">
                <a:solidFill>
                  <a:srgbClr val="142C48"/>
                </a:solidFill>
                <a:latin typeface="Aptos"/>
                <a:ea typeface="Aptos"/>
                <a:cs typeface="Aptos"/>
              </a:defRPr>
            </a:lvl6pPr>
            <a:lvl7pPr>
              <a:defRPr sz="3200" b="1">
                <a:solidFill>
                  <a:srgbClr val="142C48"/>
                </a:solidFill>
                <a:latin typeface="Aptos"/>
                <a:ea typeface="Aptos"/>
                <a:cs typeface="Aptos"/>
              </a:defRPr>
            </a:lvl7pPr>
            <a:lvl8pPr>
              <a:defRPr sz="3200" b="1">
                <a:solidFill>
                  <a:srgbClr val="142C48"/>
                </a:solidFill>
                <a:latin typeface="Aptos"/>
                <a:ea typeface="Aptos"/>
                <a:cs typeface="Aptos"/>
              </a:defRPr>
            </a:lvl8pPr>
            <a:lvl9pPr>
              <a:defRPr sz="3200" b="1">
                <a:solidFill>
                  <a:srgbClr val="142C48"/>
                </a:solidFill>
                <a:latin typeface="Aptos"/>
                <a:ea typeface="Aptos"/>
                <a:cs typeface="Aptos"/>
              </a:defRPr>
            </a:lvl9pPr>
          </a:lstStyle>
          <a:p xmlns:a="http://schemas.openxmlformats.org/drawingml/2006/main">
            <a:pPr>
              <a:defRPr sz="3200" b="1">
                <a:solidFill>
                  <a:srgbClr val="142C48"/>
                </a:solidFill>
                <a:latin typeface="Aptos"/>
                <a:ea typeface="Aptos"/>
                <a:cs typeface="Aptos"/>
              </a:defRPr>
            </a:pPr>
            <a:r>
              <a:rPr sz="3200" b="1">
                <a:solidFill>
                  <a:srgbClr val="142C48"/>
                </a:solidFill>
                <a:latin typeface="Aptos"/>
                <a:ea typeface="Aptos"/>
                <a:cs typeface="Aptos"/>
              </a:rPr>
              <a:t>AI-Powered</a:t>
            </a:r>
          </a:p>
          <a:p xmlns:a="http://schemas.openxmlformats.org/drawingml/2006/main">
            <a:pPr>
              <a:defRPr sz="3200" b="1">
                <a:solidFill>
                  <a:srgbClr val="142C48"/>
                </a:solidFill>
                <a:latin typeface="Aptos"/>
                <a:ea typeface="Aptos"/>
                <a:cs typeface="Aptos"/>
              </a:defRPr>
            </a:pPr>
            <a:r>
              <a:rPr sz="3200" b="1">
                <a:solidFill>
                  <a:srgbClr val="142C48"/>
                </a:solidFill>
                <a:latin typeface="Aptos"/>
                <a:ea typeface="Aptos"/>
                <a:cs typeface="Aptos"/>
              </a:rPr>
              <a:t>Telecom Customer</a:t>
            </a:r>
          </a:p>
          <a:p xmlns:a="http://schemas.openxmlformats.org/drawingml/2006/main">
            <a:pPr>
              <a:defRPr sz="3200" b="1">
                <a:solidFill>
                  <a:srgbClr val="142C48"/>
                </a:solidFill>
                <a:latin typeface="Aptos"/>
                <a:ea typeface="Aptos"/>
                <a:cs typeface="Aptos"/>
              </a:defRPr>
            </a:pPr>
            <a:r>
              <a:rPr sz="3200" b="1">
                <a:solidFill>
                  <a:srgbClr val="142C48"/>
                </a:solidFill>
                <a:latin typeface="Aptos"/>
                <a:ea typeface="Aptos"/>
                <a:cs typeface="Aptos"/>
              </a:rPr>
              <a:t>Retention</a:t>
            </a:r>
          </a:p>
        </p:txBody>
      </p:sp>
      <p:sp>
        <p:nvSpPr>
          <p:cNvPr id="3" name="">
            <a:extLst xmlns:a="http://schemas.openxmlformats.org/drawingml/2006/main">
              <a:ext uri="{FF2B5EF4-FFF2-40B4-BE49-F238E27FC236}">
                <a16:creationId xmlns:a16="http://schemas.microsoft.com/office/drawing/2014/main" id="{9D3C6F42-ABA8-47CE-AA6E-5B5D143F8D7B}"/>
              </a:ext>
            </a:extLst>
          </p:cNvPr>
          <p:cNvSpPr>
            <a:spLocks xmlns:a="http://schemas.openxmlformats.org/drawingml/2006/main" noGrp="1"/>
          </p:cNvSpPr>
          <p:nvPr/>
        </p:nvSpPr>
        <p:spPr>
          <a:xfrm xmlns:a="http://schemas.openxmlformats.org/drawingml/2006/main">
            <a:off x="504000" y="5112000"/>
            <a:ext cx="864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DBAD11A-C522-4485-9CC9-E16873F69EBE}"/>
              </a:ext>
            </a:extLst>
          </p:cNvPr>
          <p:cNvSpPr>
            <a:spLocks xmlns:a="http://schemas.openxmlformats.org/drawingml/2006/main" noGrp="1"/>
          </p:cNvSpPr>
          <p:nvPr/>
        </p:nvSpPr>
        <p:spPr>
          <a:xfrm xmlns:a="http://schemas.openxmlformats.org/drawingml/2006/main">
            <a:off x="504000" y="5580000"/>
            <a:ext cx="6552000" cy="86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00" b="0">
                <a:solidFill>
                  <a:srgbClr val="61738A"/>
                </a:solidFill>
                <a:latin typeface="Aptos"/>
                <a:ea typeface="Aptos"/>
                <a:cs typeface="Aptos"/>
              </a:defRPr>
            </a:defPPr>
            <a:lvl1pPr>
              <a:defRPr sz="1400" b="0">
                <a:solidFill>
                  <a:srgbClr val="61738A"/>
                </a:solidFill>
                <a:latin typeface="Aptos"/>
                <a:ea typeface="Aptos"/>
                <a:cs typeface="Aptos"/>
              </a:defRPr>
            </a:lvl1pPr>
            <a:lvl2pPr>
              <a:defRPr sz="1400" b="0">
                <a:solidFill>
                  <a:srgbClr val="61738A"/>
                </a:solidFill>
                <a:latin typeface="Aptos"/>
                <a:ea typeface="Aptos"/>
                <a:cs typeface="Aptos"/>
              </a:defRPr>
            </a:lvl2pPr>
            <a:lvl3pPr>
              <a:defRPr sz="1400" b="0">
                <a:solidFill>
                  <a:srgbClr val="61738A"/>
                </a:solidFill>
                <a:latin typeface="Aptos"/>
                <a:ea typeface="Aptos"/>
                <a:cs typeface="Aptos"/>
              </a:defRPr>
            </a:lvl3pPr>
            <a:lvl4pPr>
              <a:defRPr sz="1400" b="0">
                <a:solidFill>
                  <a:srgbClr val="61738A"/>
                </a:solidFill>
                <a:latin typeface="Aptos"/>
                <a:ea typeface="Aptos"/>
                <a:cs typeface="Aptos"/>
              </a:defRPr>
            </a:lvl4pPr>
            <a:lvl5pPr>
              <a:defRPr sz="1400" b="0">
                <a:solidFill>
                  <a:srgbClr val="61738A"/>
                </a:solidFill>
                <a:latin typeface="Aptos"/>
                <a:ea typeface="Aptos"/>
                <a:cs typeface="Aptos"/>
              </a:defRPr>
            </a:lvl5pPr>
            <a:lvl6pPr>
              <a:defRPr sz="1400" b="0">
                <a:solidFill>
                  <a:srgbClr val="61738A"/>
                </a:solidFill>
                <a:latin typeface="Aptos"/>
                <a:ea typeface="Aptos"/>
                <a:cs typeface="Aptos"/>
              </a:defRPr>
            </a:lvl6pPr>
            <a:lvl7pPr>
              <a:defRPr sz="1400" b="0">
                <a:solidFill>
                  <a:srgbClr val="61738A"/>
                </a:solidFill>
                <a:latin typeface="Aptos"/>
                <a:ea typeface="Aptos"/>
                <a:cs typeface="Aptos"/>
              </a:defRPr>
            </a:lvl7pPr>
            <a:lvl8pPr>
              <a:defRPr sz="1400" b="0">
                <a:solidFill>
                  <a:srgbClr val="61738A"/>
                </a:solidFill>
                <a:latin typeface="Aptos"/>
                <a:ea typeface="Aptos"/>
                <a:cs typeface="Aptos"/>
              </a:defRPr>
            </a:lvl8pPr>
            <a:lvl9pPr>
              <a:defRPr sz="1400" b="0">
                <a:solidFill>
                  <a:srgbClr val="61738A"/>
                </a:solidFill>
                <a:latin typeface="Aptos"/>
                <a:ea typeface="Aptos"/>
                <a:cs typeface="Aptos"/>
              </a:defRPr>
            </a:lvl9pPr>
          </a:lstStyle>
          <a:p xmlns:a="http://schemas.openxmlformats.org/drawingml/2006/main">
            <a:pPr>
              <a:defRPr sz="1400" b="0">
                <a:solidFill>
                  <a:srgbClr val="61738A"/>
                </a:solidFill>
                <a:latin typeface="Aptos"/>
                <a:ea typeface="Aptos"/>
                <a:cs typeface="Aptos"/>
              </a:defRPr>
            </a:pPr>
            <a:r>
              <a:rPr sz="1400" b="0">
                <a:solidFill>
                  <a:srgbClr val="61738A"/>
                </a:solidFill>
                <a:latin typeface="Aptos"/>
                <a:ea typeface="Aptos"/>
                <a:cs typeface="Aptos"/>
              </a:rPr>
              <a:t>A staff-approved workflow that turns churn</a:t>
            </a:r>
          </a:p>
          <a:p xmlns:a="http://schemas.openxmlformats.org/drawingml/2006/main">
            <a:pPr>
              <a:defRPr sz="1400" b="0">
                <a:solidFill>
                  <a:srgbClr val="61738A"/>
                </a:solidFill>
                <a:latin typeface="Aptos"/>
                <a:ea typeface="Aptos"/>
                <a:cs typeface="Aptos"/>
              </a:defRPr>
            </a:pPr>
            <a:r>
              <a:rPr sz="1400" b="0">
                <a:solidFill>
                  <a:srgbClr val="61738A"/>
                </a:solidFill>
                <a:latin typeface="Aptos"/>
                <a:ea typeface="Aptos"/>
                <a:cs typeface="Aptos"/>
              </a:rPr>
              <a:t>alerts into coordinated customer care.</a:t>
            </a:r>
          </a:p>
        </p:txBody>
      </p:sp>
      <p:sp>
        <p:nvSpPr>
          <p:cNvPr id="5" name="">
            <a:extLst xmlns:a="http://schemas.openxmlformats.org/drawingml/2006/main">
              <a:ext uri="{FF2B5EF4-FFF2-40B4-BE49-F238E27FC236}">
                <a16:creationId xmlns:a16="http://schemas.microsoft.com/office/drawing/2014/main" id="{9260C0E3-66EE-4641-A8BA-F23B7AE8A266}"/>
              </a:ext>
            </a:extLst>
          </p:cNvPr>
          <p:cNvSpPr>
            <a:spLocks xmlns:a="http://schemas.openxmlformats.org/drawingml/2006/main" noGrp="1"/>
          </p:cNvSpPr>
          <p:nvPr/>
        </p:nvSpPr>
        <p:spPr>
          <a:xfrm xmlns:a="http://schemas.openxmlformats.org/drawingml/2006/main">
            <a:off x="504000" y="7020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Problem     Data     Method     Tools</a:t>
            </a:r>
          </a:p>
        </p:txBody>
      </p:sp>
      <p:sp>
        <p:nvSpPr>
          <p:cNvPr id="6" name="">
            <a:extLst xmlns:a="http://schemas.openxmlformats.org/drawingml/2006/main">
              <a:ext uri="{FF2B5EF4-FFF2-40B4-BE49-F238E27FC236}">
                <a16:creationId xmlns:a16="http://schemas.microsoft.com/office/drawing/2014/main" id="{6AB7A240-D08E-46B0-88FF-A7B1985D4405}"/>
              </a:ext>
            </a:extLst>
          </p:cNvPr>
          <p:cNvSpPr>
            <a:spLocks xmlns:a="http://schemas.openxmlformats.org/drawingml/2006/main" noGrp="1"/>
          </p:cNvSpPr>
          <p:nvPr/>
        </p:nvSpPr>
        <p:spPr>
          <a:xfrm xmlns:a="http://schemas.openxmlformats.org/drawingml/2006/main">
            <a:off x="504000" y="8532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2C48"/>
                </a:solidFill>
                <a:latin typeface="Aptos"/>
                <a:ea typeface="Aptos"/>
                <a:cs typeface="Aptos"/>
              </a:defRPr>
            </a:defPPr>
            <a:lvl1pPr>
              <a:defRPr sz="1200" b="1">
                <a:solidFill>
                  <a:srgbClr val="142C48"/>
                </a:solidFill>
                <a:latin typeface="Aptos"/>
                <a:ea typeface="Aptos"/>
                <a:cs typeface="Aptos"/>
              </a:defRPr>
            </a:lvl1pPr>
            <a:lvl2pPr>
              <a:defRPr sz="1200" b="1">
                <a:solidFill>
                  <a:srgbClr val="142C48"/>
                </a:solidFill>
                <a:latin typeface="Aptos"/>
                <a:ea typeface="Aptos"/>
                <a:cs typeface="Aptos"/>
              </a:defRPr>
            </a:lvl2pPr>
            <a:lvl3pPr>
              <a:defRPr sz="1200" b="1">
                <a:solidFill>
                  <a:srgbClr val="142C48"/>
                </a:solidFill>
                <a:latin typeface="Aptos"/>
                <a:ea typeface="Aptos"/>
                <a:cs typeface="Aptos"/>
              </a:defRPr>
            </a:lvl3pPr>
            <a:lvl4pPr>
              <a:defRPr sz="1200" b="1">
                <a:solidFill>
                  <a:srgbClr val="142C48"/>
                </a:solidFill>
                <a:latin typeface="Aptos"/>
                <a:ea typeface="Aptos"/>
                <a:cs typeface="Aptos"/>
              </a:defRPr>
            </a:lvl4pPr>
            <a:lvl5pPr>
              <a:defRPr sz="1200" b="1">
                <a:solidFill>
                  <a:srgbClr val="142C48"/>
                </a:solidFill>
                <a:latin typeface="Aptos"/>
                <a:ea typeface="Aptos"/>
                <a:cs typeface="Aptos"/>
              </a:defRPr>
            </a:lvl5pPr>
            <a:lvl6pPr>
              <a:defRPr sz="1200" b="1">
                <a:solidFill>
                  <a:srgbClr val="142C48"/>
                </a:solidFill>
                <a:latin typeface="Aptos"/>
                <a:ea typeface="Aptos"/>
                <a:cs typeface="Aptos"/>
              </a:defRPr>
            </a:lvl6pPr>
            <a:lvl7pPr>
              <a:defRPr sz="1200" b="1">
                <a:solidFill>
                  <a:srgbClr val="142C48"/>
                </a:solidFill>
                <a:latin typeface="Aptos"/>
                <a:ea typeface="Aptos"/>
                <a:cs typeface="Aptos"/>
              </a:defRPr>
            </a:lvl7pPr>
            <a:lvl8pPr>
              <a:defRPr sz="1200" b="1">
                <a:solidFill>
                  <a:srgbClr val="142C48"/>
                </a:solidFill>
                <a:latin typeface="Aptos"/>
                <a:ea typeface="Aptos"/>
                <a:cs typeface="Aptos"/>
              </a:defRPr>
            </a:lvl8pPr>
            <a:lvl9pPr>
              <a:defRPr sz="1200" b="1">
                <a:solidFill>
                  <a:srgbClr val="142C48"/>
                </a:solidFill>
                <a:latin typeface="Aptos"/>
                <a:ea typeface="Aptos"/>
                <a:cs typeface="Aptos"/>
              </a:defRPr>
            </a:lvl9pPr>
          </a:lstStyle>
          <a:p xmlns:a="http://schemas.openxmlformats.org/drawingml/2006/main">
            <a:pPr>
              <a:defRPr sz="1200" b="1">
                <a:solidFill>
                  <a:srgbClr val="142C48"/>
                </a:solidFill>
                <a:latin typeface="Aptos"/>
                <a:ea typeface="Aptos"/>
                <a:cs typeface="Aptos"/>
              </a:defRPr>
            </a:pPr>
            <a:r>
              <a:rPr sz="1200" b="1">
                <a:solidFill>
                  <a:srgbClr val="142C48"/>
                </a:solidFill>
                <a:latin typeface="Aptos"/>
                <a:ea typeface="Aptos"/>
                <a:cs typeface="Aptos"/>
              </a:rPr>
              <a:t>Advanced Business Analytics</a:t>
            </a:r>
          </a:p>
        </p:txBody>
      </p:sp>
      <p:sp>
        <p:nvSpPr>
          <p:cNvPr id="7" name="">
            <a:extLst xmlns:a="http://schemas.openxmlformats.org/drawingml/2006/main">
              <a:ext uri="{FF2B5EF4-FFF2-40B4-BE49-F238E27FC236}">
                <a16:creationId xmlns:a16="http://schemas.microsoft.com/office/drawing/2014/main" id="{59096095-9D0F-406D-AB72-689305939C2D}"/>
              </a:ext>
            </a:extLst>
          </p:cNvPr>
          <p:cNvSpPr>
            <a:spLocks xmlns:a="http://schemas.openxmlformats.org/drawingml/2006/main" noGrp="1"/>
          </p:cNvSpPr>
          <p:nvPr/>
        </p:nvSpPr>
        <p:spPr>
          <a:xfrm xmlns:a="http://schemas.openxmlformats.org/drawingml/2006/main">
            <a:off x="504000" y="9036000"/>
            <a:ext cx="6552000" cy="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0">
                <a:solidFill>
                  <a:srgbClr val="61738A"/>
                </a:solidFill>
                <a:latin typeface="Aptos"/>
                <a:ea typeface="Aptos"/>
                <a:cs typeface="Aptos"/>
              </a:defRPr>
            </a:defPPr>
            <a:lvl1pPr>
              <a:defRPr sz="1100" b="0">
                <a:solidFill>
                  <a:srgbClr val="61738A"/>
                </a:solidFill>
                <a:latin typeface="Aptos"/>
                <a:ea typeface="Aptos"/>
                <a:cs typeface="Aptos"/>
              </a:defRPr>
            </a:lvl1pPr>
            <a:lvl2pPr>
              <a:defRPr sz="1100" b="0">
                <a:solidFill>
                  <a:srgbClr val="61738A"/>
                </a:solidFill>
                <a:latin typeface="Aptos"/>
                <a:ea typeface="Aptos"/>
                <a:cs typeface="Aptos"/>
              </a:defRPr>
            </a:lvl2pPr>
            <a:lvl3pPr>
              <a:defRPr sz="1100" b="0">
                <a:solidFill>
                  <a:srgbClr val="61738A"/>
                </a:solidFill>
                <a:latin typeface="Aptos"/>
                <a:ea typeface="Aptos"/>
                <a:cs typeface="Aptos"/>
              </a:defRPr>
            </a:lvl3pPr>
            <a:lvl4pPr>
              <a:defRPr sz="1100" b="0">
                <a:solidFill>
                  <a:srgbClr val="61738A"/>
                </a:solidFill>
                <a:latin typeface="Aptos"/>
                <a:ea typeface="Aptos"/>
                <a:cs typeface="Aptos"/>
              </a:defRPr>
            </a:lvl4pPr>
            <a:lvl5pPr>
              <a:defRPr sz="1100" b="0">
                <a:solidFill>
                  <a:srgbClr val="61738A"/>
                </a:solidFill>
                <a:latin typeface="Aptos"/>
                <a:ea typeface="Aptos"/>
                <a:cs typeface="Aptos"/>
              </a:defRPr>
            </a:lvl5pPr>
            <a:lvl6pPr>
              <a:defRPr sz="1100" b="0">
                <a:solidFill>
                  <a:srgbClr val="61738A"/>
                </a:solidFill>
                <a:latin typeface="Aptos"/>
                <a:ea typeface="Aptos"/>
                <a:cs typeface="Aptos"/>
              </a:defRPr>
            </a:lvl6pPr>
            <a:lvl7pPr>
              <a:defRPr sz="1100" b="0">
                <a:solidFill>
                  <a:srgbClr val="61738A"/>
                </a:solidFill>
                <a:latin typeface="Aptos"/>
                <a:ea typeface="Aptos"/>
                <a:cs typeface="Aptos"/>
              </a:defRPr>
            </a:lvl7pPr>
            <a:lvl8pPr>
              <a:defRPr sz="1100" b="0">
                <a:solidFill>
                  <a:srgbClr val="61738A"/>
                </a:solidFill>
                <a:latin typeface="Aptos"/>
                <a:ea typeface="Aptos"/>
                <a:cs typeface="Aptos"/>
              </a:defRPr>
            </a:lvl8pPr>
            <a:lvl9pPr>
              <a:defRPr sz="1100" b="0">
                <a:solidFill>
                  <a:srgbClr val="61738A"/>
                </a:solidFill>
                <a:latin typeface="Aptos"/>
                <a:ea typeface="Aptos"/>
                <a:cs typeface="Aptos"/>
              </a:defRPr>
            </a:lvl9pPr>
          </a:lstStyle>
          <a:p xmlns:a="http://schemas.openxmlformats.org/drawingml/2006/main">
            <a:pPr>
              <a:defRPr sz="1100" b="0">
                <a:solidFill>
                  <a:srgbClr val="61738A"/>
                </a:solidFill>
                <a:latin typeface="Aptos"/>
                <a:ea typeface="Aptos"/>
                <a:cs typeface="Aptos"/>
              </a:defRPr>
            </a:pPr>
            <a:r>
              <a:rPr sz="1100" b="0">
                <a:solidFill>
                  <a:srgbClr val="61738A"/>
                </a:solidFill>
                <a:latin typeface="Aptos"/>
                <a:ea typeface="Aptos"/>
                <a:cs typeface="Aptos"/>
              </a:rPr>
              <a:t>Group 2</a:t>
            </a:r>
          </a:p>
          <a:p xmlns:a="http://schemas.openxmlformats.org/drawingml/2006/main">
            <a:pPr>
              <a:defRPr sz="1100" b="0">
                <a:solidFill>
                  <a:srgbClr val="61738A"/>
                </a:solidFill>
                <a:latin typeface="Aptos"/>
                <a:ea typeface="Aptos"/>
                <a:cs typeface="Aptos"/>
              </a:defRPr>
            </a:pPr>
            <a:r>
              <a:rPr sz="1100" b="0">
                <a:solidFill>
                  <a:srgbClr val="61738A"/>
                </a:solidFill>
                <a:latin typeface="Aptos"/>
                <a:ea typeface="Aptos"/>
                <a:cs typeface="Aptos"/>
              </a:rPr>
              <a:t>October 2026</a:t>
            </a:r>
          </a:p>
        </p:txBody>
      </p:sp>
      <p:sp>
        <p:nvSpPr>
          <p:cNvPr id="8" name="">
            <a:extLst xmlns:a="http://schemas.openxmlformats.org/drawingml/2006/main">
              <a:ext uri="{FF2B5EF4-FFF2-40B4-BE49-F238E27FC236}">
                <a16:creationId xmlns:a16="http://schemas.microsoft.com/office/drawing/2014/main" id="{79C95234-7D11-4EAE-BCFC-FDB158980EB5}"/>
              </a:ext>
            </a:extLst>
          </p:cNvPr>
          <p:cNvSpPr>
            <a:spLocks xmlns:a="http://schemas.openxmlformats.org/drawingml/2006/main" noGrp="1"/>
          </p:cNvSpPr>
          <p:nvPr/>
        </p:nvSpPr>
        <p:spPr>
          <a:xfrm xmlns:a="http://schemas.openxmlformats.org/drawingml/2006/main">
            <a:off x="504000" y="10008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61738A"/>
                </a:solidFill>
                <a:latin typeface="Aptos"/>
                <a:ea typeface="Aptos"/>
                <a:cs typeface="Aptos"/>
              </a:defRPr>
            </a:defPPr>
            <a:lvl1pPr>
              <a:defRPr sz="900" b="0">
                <a:solidFill>
                  <a:srgbClr val="61738A"/>
                </a:solidFill>
                <a:latin typeface="Aptos"/>
                <a:ea typeface="Aptos"/>
                <a:cs typeface="Aptos"/>
              </a:defRPr>
            </a:lvl1pPr>
            <a:lvl2pPr>
              <a:defRPr sz="900" b="0">
                <a:solidFill>
                  <a:srgbClr val="61738A"/>
                </a:solidFill>
                <a:latin typeface="Aptos"/>
                <a:ea typeface="Aptos"/>
                <a:cs typeface="Aptos"/>
              </a:defRPr>
            </a:lvl2pPr>
            <a:lvl3pPr>
              <a:defRPr sz="900" b="0">
                <a:solidFill>
                  <a:srgbClr val="61738A"/>
                </a:solidFill>
                <a:latin typeface="Aptos"/>
                <a:ea typeface="Aptos"/>
                <a:cs typeface="Aptos"/>
              </a:defRPr>
            </a:lvl3pPr>
            <a:lvl4pPr>
              <a:defRPr sz="900" b="0">
                <a:solidFill>
                  <a:srgbClr val="61738A"/>
                </a:solidFill>
                <a:latin typeface="Aptos"/>
                <a:ea typeface="Aptos"/>
                <a:cs typeface="Aptos"/>
              </a:defRPr>
            </a:lvl4pPr>
            <a:lvl5pPr>
              <a:defRPr sz="900" b="0">
                <a:solidFill>
                  <a:srgbClr val="61738A"/>
                </a:solidFill>
                <a:latin typeface="Aptos"/>
                <a:ea typeface="Aptos"/>
                <a:cs typeface="Aptos"/>
              </a:defRPr>
            </a:lvl5pPr>
            <a:lvl6pPr>
              <a:defRPr sz="900" b="0">
                <a:solidFill>
                  <a:srgbClr val="61738A"/>
                </a:solidFill>
                <a:latin typeface="Aptos"/>
                <a:ea typeface="Aptos"/>
                <a:cs typeface="Aptos"/>
              </a:defRPr>
            </a:lvl6pPr>
            <a:lvl7pPr>
              <a:defRPr sz="900" b="0">
                <a:solidFill>
                  <a:srgbClr val="61738A"/>
                </a:solidFill>
                <a:latin typeface="Aptos"/>
                <a:ea typeface="Aptos"/>
                <a:cs typeface="Aptos"/>
              </a:defRPr>
            </a:lvl7pPr>
            <a:lvl8pPr>
              <a:defRPr sz="900" b="0">
                <a:solidFill>
                  <a:srgbClr val="61738A"/>
                </a:solidFill>
                <a:latin typeface="Aptos"/>
                <a:ea typeface="Aptos"/>
                <a:cs typeface="Aptos"/>
              </a:defRPr>
            </a:lvl8pPr>
            <a:lvl9pPr>
              <a:defRPr sz="900" b="0">
                <a:solidFill>
                  <a:srgbClr val="61738A"/>
                </a:solidFill>
                <a:latin typeface="Aptos"/>
                <a:ea typeface="Aptos"/>
                <a:cs typeface="Aptos"/>
              </a:defRPr>
            </a:lvl9pPr>
          </a:lstStyle>
          <a:p xmlns:a="http://schemas.openxmlformats.org/drawingml/2006/main">
            <a:pPr>
              <a:defRPr sz="900" b="0">
                <a:solidFill>
                  <a:srgbClr val="61738A"/>
                </a:solidFill>
                <a:latin typeface="Aptos"/>
                <a:ea typeface="Aptos"/>
                <a:cs typeface="Aptos"/>
              </a:defRPr>
            </a:pPr>
            <a:r>
              <a:rPr sz="900" b="0">
                <a:solidFill>
                  <a:srgbClr val="61738A"/>
                </a:solidFill>
                <a:latin typeface="Aptos"/>
                <a:ea typeface="Aptos"/>
                <a:cs typeface="Aptos"/>
              </a:rPr>
              <a:t>Academic prototype with illustrative data and simulated channels</a:t>
            </a:r>
          </a:p>
        </p:txBody>
      </p:sp>
    </p:spTree>
    <p:extLst>
      <p:ext uri="{BB962C8B-B14F-4D97-AF65-F5344CB8AC3E}">
        <p14:creationId xmlns:p14="http://schemas.microsoft.com/office/powerpoint/2010/main" val="15661957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48535DC4-69D5-439A-8D8A-7DB8E7D23E72}"/>
              </a:ext>
            </a:extLst>
          </p:cNvPr>
          <p:cNvCxnSpPr>
            <a:stCxn xmlns:a="http://schemas.openxmlformats.org/drawingml/2006/main" id="22" idx="3"/>
            <a:endCxn xmlns:a="http://schemas.openxmlformats.org/drawingml/2006/main" id="24" idx="1"/>
          </p:cNvCxnSpPr>
          <p:nvPr/>
        </p:nvCxnSpPr>
        <p:spPr>
          <a:xfrm xmlns:a="http://schemas.openxmlformats.org/drawingml/2006/main">
            <a:off x="4800000" y="6336000"/>
            <a:ext cx="216000" cy="0"/>
          </a:xfrm>
          <a:prstGeom xmlns:a="http://schemas.openxmlformats.org/drawingml/2006/main" prst="straightConnector1">
            <a:avLst/>
          </a:prstGeom>
          <a:ln xmlns:a="http://schemas.openxmlformats.org/drawingml/2006/main" w="9525">
            <a:solidFill>
              <a:srgbClr val="0D69B3"/>
            </a:solidFill>
            <a:tailEnd type="triangle" w="sm" len="sm"/>
          </a:ln>
        </p:spPr>
      </p:cxnSp>
      <p:cxnSp>
        <p:nvCxnSpPr>
          <p:cNvPr id="26" name="">
            <a:extLst xmlns:a="http://schemas.openxmlformats.org/drawingml/2006/main">
              <a:ext uri="{FF2B5EF4-FFF2-40B4-BE49-F238E27FC236}">
                <a16:creationId xmlns:a16="http://schemas.microsoft.com/office/drawing/2014/main" id="{84335F35-C790-4158-9003-2EF972AEC7C6}"/>
              </a:ext>
            </a:extLst>
          </p:cNvPr>
          <p:cNvCxnSpPr>
            <a:stCxn xmlns:a="http://schemas.openxmlformats.org/drawingml/2006/main" id="20" idx="3"/>
            <a:endCxn xmlns:a="http://schemas.openxmlformats.org/drawingml/2006/main" id="22" idx="1"/>
          </p:cNvCxnSpPr>
          <p:nvPr/>
        </p:nvCxnSpPr>
        <p:spPr>
          <a:xfrm xmlns:a="http://schemas.openxmlformats.org/drawingml/2006/main">
            <a:off x="2544000" y="6336000"/>
            <a:ext cx="216000" cy="0"/>
          </a:xfrm>
          <a:prstGeom xmlns:a="http://schemas.openxmlformats.org/drawingml/2006/main" prst="straightConnector1">
            <a:avLst/>
          </a:prstGeom>
          <a:ln xmlns:a="http://schemas.openxmlformats.org/drawingml/2006/main" w="9525">
            <a:solidFill>
              <a:srgbClr val="0D69B3"/>
            </a:solidFill>
            <a:tailEnd type="triangle" w="sm" len="sm"/>
          </a:ln>
        </p:spPr>
      </p:cxnSp>
      <p:sp>
        <p:nvSpPr>
          <p:cNvPr id="40" name="">
            <a:extLst xmlns:a="http://schemas.openxmlformats.org/drawingml/2006/main">
              <a:ext uri="{FF2B5EF4-FFF2-40B4-BE49-F238E27FC236}">
                <a16:creationId xmlns:a16="http://schemas.microsoft.com/office/drawing/2014/main" id="{AB3097F4-9AFA-4141-8253-7AE029F6FEA5}"/>
              </a:ext>
            </a:extLst>
          </p:cNvPr>
          <p:cNvSpPr>
            <a:spLocks xmlns:a="http://schemas.openxmlformats.org/drawingml/2006/main" noGrp="1"/>
          </p:cNvSpPr>
          <p:nvPr/>
        </p:nvSpPr>
        <p:spPr>
          <a:xfrm xmlns:a="http://schemas.openxmlformats.org/drawingml/2006/main">
            <a:off x="504000" y="504000"/>
            <a:ext cx="504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1">
                <a:solidFill>
                  <a:srgbClr val="0D69B3"/>
                </a:solidFill>
                <a:latin typeface="Aptos"/>
                <a:ea typeface="Aptos"/>
                <a:cs typeface="Aptos"/>
              </a:defRPr>
            </a:defPPr>
            <a:lvl1pPr>
              <a:defRPr sz="850" b="1">
                <a:solidFill>
                  <a:srgbClr val="0D69B3"/>
                </a:solidFill>
                <a:latin typeface="Aptos"/>
                <a:ea typeface="Aptos"/>
                <a:cs typeface="Aptos"/>
              </a:defRPr>
            </a:lvl1pPr>
            <a:lvl2pPr>
              <a:defRPr sz="850" b="1">
                <a:solidFill>
                  <a:srgbClr val="0D69B3"/>
                </a:solidFill>
                <a:latin typeface="Aptos"/>
                <a:ea typeface="Aptos"/>
                <a:cs typeface="Aptos"/>
              </a:defRPr>
            </a:lvl2pPr>
            <a:lvl3pPr>
              <a:defRPr sz="850" b="1">
                <a:solidFill>
                  <a:srgbClr val="0D69B3"/>
                </a:solidFill>
                <a:latin typeface="Aptos"/>
                <a:ea typeface="Aptos"/>
                <a:cs typeface="Aptos"/>
              </a:defRPr>
            </a:lvl3pPr>
            <a:lvl4pPr>
              <a:defRPr sz="850" b="1">
                <a:solidFill>
                  <a:srgbClr val="0D69B3"/>
                </a:solidFill>
                <a:latin typeface="Aptos"/>
                <a:ea typeface="Aptos"/>
                <a:cs typeface="Aptos"/>
              </a:defRPr>
            </a:lvl4pPr>
            <a:lvl5pPr>
              <a:defRPr sz="850" b="1">
                <a:solidFill>
                  <a:srgbClr val="0D69B3"/>
                </a:solidFill>
                <a:latin typeface="Aptos"/>
                <a:ea typeface="Aptos"/>
                <a:cs typeface="Aptos"/>
              </a:defRPr>
            </a:lvl5pPr>
            <a:lvl6pPr>
              <a:defRPr sz="850" b="1">
                <a:solidFill>
                  <a:srgbClr val="0D69B3"/>
                </a:solidFill>
                <a:latin typeface="Aptos"/>
                <a:ea typeface="Aptos"/>
                <a:cs typeface="Aptos"/>
              </a:defRPr>
            </a:lvl6pPr>
            <a:lvl7pPr>
              <a:defRPr sz="850" b="1">
                <a:solidFill>
                  <a:srgbClr val="0D69B3"/>
                </a:solidFill>
                <a:latin typeface="Aptos"/>
                <a:ea typeface="Aptos"/>
                <a:cs typeface="Aptos"/>
              </a:defRPr>
            </a:lvl7pPr>
            <a:lvl8pPr>
              <a:defRPr sz="850" b="1">
                <a:solidFill>
                  <a:srgbClr val="0D69B3"/>
                </a:solidFill>
                <a:latin typeface="Aptos"/>
                <a:ea typeface="Aptos"/>
                <a:cs typeface="Aptos"/>
              </a:defRPr>
            </a:lvl8pPr>
            <a:lvl9pPr>
              <a:defRPr sz="850" b="1">
                <a:solidFill>
                  <a:srgbClr val="0D69B3"/>
                </a:solidFill>
                <a:latin typeface="Aptos"/>
                <a:ea typeface="Aptos"/>
                <a:cs typeface="Aptos"/>
              </a:defRPr>
            </a:lvl9pPr>
          </a:lstStyle>
          <a:p xmlns:a="http://schemas.openxmlformats.org/drawingml/2006/main">
            <a:pPr>
              <a:defRPr sz="850" b="1">
                <a:solidFill>
                  <a:srgbClr val="0D69B3"/>
                </a:solidFill>
                <a:latin typeface="Aptos"/>
                <a:ea typeface="Aptos"/>
                <a:cs typeface="Aptos"/>
              </a:defRPr>
            </a:pPr>
            <a:r>
              <a:rPr sz="85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837D3EAB-F248-4385-878A-525A7976F386}"/>
              </a:ext>
            </a:extLst>
          </p:cNvPr>
          <p:cNvSpPr>
            <a:spLocks xmlns:a="http://schemas.openxmlformats.org/drawingml/2006/main" noGrp="1"/>
          </p:cNvSpPr>
          <p:nvPr/>
        </p:nvSpPr>
        <p:spPr>
          <a:xfrm xmlns:a="http://schemas.openxmlformats.org/drawingml/2006/main">
            <a:off x="6084000" y="504000"/>
            <a:ext cx="97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0">
                <a:solidFill>
                  <a:srgbClr val="61738A"/>
                </a:solidFill>
                <a:latin typeface="Aptos"/>
                <a:ea typeface="Aptos"/>
                <a:cs typeface="Aptos"/>
              </a:defRPr>
            </a:defPPr>
            <a:lvl1pPr>
              <a:defRPr sz="850" b="0">
                <a:solidFill>
                  <a:srgbClr val="61738A"/>
                </a:solidFill>
                <a:latin typeface="Aptos"/>
                <a:ea typeface="Aptos"/>
                <a:cs typeface="Aptos"/>
              </a:defRPr>
            </a:lvl1pPr>
            <a:lvl2pPr>
              <a:defRPr sz="850" b="0">
                <a:solidFill>
                  <a:srgbClr val="61738A"/>
                </a:solidFill>
                <a:latin typeface="Aptos"/>
                <a:ea typeface="Aptos"/>
                <a:cs typeface="Aptos"/>
              </a:defRPr>
            </a:lvl2pPr>
            <a:lvl3pPr>
              <a:defRPr sz="850" b="0">
                <a:solidFill>
                  <a:srgbClr val="61738A"/>
                </a:solidFill>
                <a:latin typeface="Aptos"/>
                <a:ea typeface="Aptos"/>
                <a:cs typeface="Aptos"/>
              </a:defRPr>
            </a:lvl3pPr>
            <a:lvl4pPr>
              <a:defRPr sz="850" b="0">
                <a:solidFill>
                  <a:srgbClr val="61738A"/>
                </a:solidFill>
                <a:latin typeface="Aptos"/>
                <a:ea typeface="Aptos"/>
                <a:cs typeface="Aptos"/>
              </a:defRPr>
            </a:lvl4pPr>
            <a:lvl5pPr>
              <a:defRPr sz="850" b="0">
                <a:solidFill>
                  <a:srgbClr val="61738A"/>
                </a:solidFill>
                <a:latin typeface="Aptos"/>
                <a:ea typeface="Aptos"/>
                <a:cs typeface="Aptos"/>
              </a:defRPr>
            </a:lvl5pPr>
            <a:lvl6pPr>
              <a:defRPr sz="850" b="0">
                <a:solidFill>
                  <a:srgbClr val="61738A"/>
                </a:solidFill>
                <a:latin typeface="Aptos"/>
                <a:ea typeface="Aptos"/>
                <a:cs typeface="Aptos"/>
              </a:defRPr>
            </a:lvl6pPr>
            <a:lvl7pPr>
              <a:defRPr sz="850" b="0">
                <a:solidFill>
                  <a:srgbClr val="61738A"/>
                </a:solidFill>
                <a:latin typeface="Aptos"/>
                <a:ea typeface="Aptos"/>
                <a:cs typeface="Aptos"/>
              </a:defRPr>
            </a:lvl7pPr>
            <a:lvl8pPr>
              <a:defRPr sz="850" b="0">
                <a:solidFill>
                  <a:srgbClr val="61738A"/>
                </a:solidFill>
                <a:latin typeface="Aptos"/>
                <a:ea typeface="Aptos"/>
                <a:cs typeface="Aptos"/>
              </a:defRPr>
            </a:lvl8pPr>
            <a:lvl9pPr>
              <a:defRPr sz="850" b="0">
                <a:solidFill>
                  <a:srgbClr val="61738A"/>
                </a:solidFill>
                <a:latin typeface="Aptos"/>
                <a:ea typeface="Aptos"/>
                <a:cs typeface="Aptos"/>
              </a:defRPr>
            </a:lvl9pPr>
          </a:lstStyle>
          <a:p xmlns:a="http://schemas.openxmlformats.org/drawingml/2006/main">
            <a:pPr>
              <a:defRPr sz="850" b="0">
                <a:solidFill>
                  <a:srgbClr val="61738A"/>
                </a:solidFill>
                <a:latin typeface="Aptos"/>
                <a:ea typeface="Aptos"/>
                <a:cs typeface="Aptos"/>
              </a:defRPr>
            </a:pPr>
            <a:r>
              <a:rPr sz="850" b="0">
                <a:solidFill>
                  <a:srgbClr val="61738A"/>
                </a:solidFill>
                <a:latin typeface="Aptos"/>
                <a:ea typeface="Aptos"/>
                <a:cs typeface="Aptos"/>
              </a:rPr>
              <a:t>PD   2/6</a:t>
            </a:r>
          </a:p>
        </p:txBody>
      </p:sp>
      <p:sp>
        <p:nvSpPr>
          <p:cNvPr id="3" name="">
            <a:extLst xmlns:a="http://schemas.openxmlformats.org/drawingml/2006/main">
              <a:ext uri="{FF2B5EF4-FFF2-40B4-BE49-F238E27FC236}">
                <a16:creationId xmlns:a16="http://schemas.microsoft.com/office/drawing/2014/main" id="{C78D663E-3565-492B-BC64-7A1F4258C7AC}"/>
              </a:ext>
            </a:extLst>
          </p:cNvPr>
          <p:cNvSpPr>
            <a:spLocks xmlns:a="http://schemas.openxmlformats.org/drawingml/2006/main" noGrp="1"/>
          </p:cNvSpPr>
          <p:nvPr/>
        </p:nvSpPr>
        <p:spPr>
          <a:xfrm xmlns:a="http://schemas.openxmlformats.org/drawingml/2006/main">
            <a:off x="504000" y="82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Problem and Data</a:t>
            </a:r>
          </a:p>
        </p:txBody>
      </p:sp>
      <p:sp>
        <p:nvSpPr>
          <p:cNvPr id="4" name="">
            <a:extLst xmlns:a="http://schemas.openxmlformats.org/drawingml/2006/main">
              <a:ext uri="{FF2B5EF4-FFF2-40B4-BE49-F238E27FC236}">
                <a16:creationId xmlns:a16="http://schemas.microsoft.com/office/drawing/2014/main" id="{C4CF7541-36E4-4ED9-B320-406727AC95EA}"/>
              </a:ext>
            </a:extLst>
          </p:cNvPr>
          <p:cNvSpPr>
            <a:spLocks xmlns:a="http://schemas.openxmlformats.org/drawingml/2006/main" noGrp="1"/>
          </p:cNvSpPr>
          <p:nvPr/>
        </p:nvSpPr>
        <p:spPr>
          <a:xfrm xmlns:a="http://schemas.openxmlformats.org/drawingml/2006/main">
            <a:off x="504000" y="1332000"/>
            <a:ext cx="540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94EFAF-95EE-4562-92AF-1B50338D1035}"/>
              </a:ext>
            </a:extLst>
          </p:cNvPr>
          <p:cNvSpPr>
            <a:spLocks xmlns:a="http://schemas.openxmlformats.org/drawingml/2006/main" noGrp="1"/>
          </p:cNvSpPr>
          <p:nvPr/>
        </p:nvSpPr>
        <p:spPr>
          <a:xfrm xmlns:a="http://schemas.openxmlformats.org/drawingml/2006/main">
            <a:off x="504000" y="1548000"/>
            <a:ext cx="324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27323"/>
                </a:solidFill>
                <a:latin typeface="Aptos"/>
                <a:ea typeface="Aptos"/>
                <a:cs typeface="Aptos"/>
              </a:defRPr>
            </a:defPPr>
            <a:lvl1pPr>
              <a:defRPr sz="1800" b="1">
                <a:solidFill>
                  <a:srgbClr val="F27323"/>
                </a:solidFill>
                <a:latin typeface="Aptos"/>
                <a:ea typeface="Aptos"/>
                <a:cs typeface="Aptos"/>
              </a:defRPr>
            </a:lvl1pPr>
            <a:lvl2pPr>
              <a:defRPr sz="1800" b="1">
                <a:solidFill>
                  <a:srgbClr val="F27323"/>
                </a:solidFill>
                <a:latin typeface="Aptos"/>
                <a:ea typeface="Aptos"/>
                <a:cs typeface="Aptos"/>
              </a:defRPr>
            </a:lvl2pPr>
            <a:lvl3pPr>
              <a:defRPr sz="1800" b="1">
                <a:solidFill>
                  <a:srgbClr val="F27323"/>
                </a:solidFill>
                <a:latin typeface="Aptos"/>
                <a:ea typeface="Aptos"/>
                <a:cs typeface="Aptos"/>
              </a:defRPr>
            </a:lvl3pPr>
            <a:lvl4pPr>
              <a:defRPr sz="1800" b="1">
                <a:solidFill>
                  <a:srgbClr val="F27323"/>
                </a:solidFill>
                <a:latin typeface="Aptos"/>
                <a:ea typeface="Aptos"/>
                <a:cs typeface="Aptos"/>
              </a:defRPr>
            </a:lvl4pPr>
            <a:lvl5pPr>
              <a:defRPr sz="1800" b="1">
                <a:solidFill>
                  <a:srgbClr val="F27323"/>
                </a:solidFill>
                <a:latin typeface="Aptos"/>
                <a:ea typeface="Aptos"/>
                <a:cs typeface="Aptos"/>
              </a:defRPr>
            </a:lvl5pPr>
            <a:lvl6pPr>
              <a:defRPr sz="1800" b="1">
                <a:solidFill>
                  <a:srgbClr val="F27323"/>
                </a:solidFill>
                <a:latin typeface="Aptos"/>
                <a:ea typeface="Aptos"/>
                <a:cs typeface="Aptos"/>
              </a:defRPr>
            </a:lvl6pPr>
            <a:lvl7pPr>
              <a:defRPr sz="1800" b="1">
                <a:solidFill>
                  <a:srgbClr val="F27323"/>
                </a:solidFill>
                <a:latin typeface="Aptos"/>
                <a:ea typeface="Aptos"/>
                <a:cs typeface="Aptos"/>
              </a:defRPr>
            </a:lvl7pPr>
            <a:lvl8pPr>
              <a:defRPr sz="1800" b="1">
                <a:solidFill>
                  <a:srgbClr val="F27323"/>
                </a:solidFill>
                <a:latin typeface="Aptos"/>
                <a:ea typeface="Aptos"/>
                <a:cs typeface="Aptos"/>
              </a:defRPr>
            </a:lvl8pPr>
            <a:lvl9pPr>
              <a:defRPr sz="1800" b="1">
                <a:solidFill>
                  <a:srgbClr val="F27323"/>
                </a:solidFill>
                <a:latin typeface="Aptos"/>
                <a:ea typeface="Aptos"/>
                <a:cs typeface="Aptos"/>
              </a:defRPr>
            </a:lvl9pPr>
          </a:lstStyle>
          <a:p xmlns:a="http://schemas.openxmlformats.org/drawingml/2006/main">
            <a:pPr>
              <a:defRPr sz="1800" b="1">
                <a:solidFill>
                  <a:srgbClr val="F27323"/>
                </a:solidFill>
                <a:latin typeface="Aptos"/>
                <a:ea typeface="Aptos"/>
                <a:cs typeface="Aptos"/>
              </a:defRPr>
            </a:pPr>
            <a:r>
              <a:rPr sz="1800" b="1">
                <a:solidFill>
                  <a:srgbClr val="F27323"/>
                </a:solidFill>
                <a:latin typeface="Aptos"/>
                <a:ea typeface="Aptos"/>
                <a:cs typeface="Aptos"/>
              </a:rPr>
              <a:t>P</a:t>
            </a:r>
          </a:p>
        </p:txBody>
      </p:sp>
      <p:sp>
        <p:nvSpPr>
          <p:cNvPr id="6" name="">
            <a:extLst xmlns:a="http://schemas.openxmlformats.org/drawingml/2006/main">
              <a:ext uri="{FF2B5EF4-FFF2-40B4-BE49-F238E27FC236}">
                <a16:creationId xmlns:a16="http://schemas.microsoft.com/office/drawing/2014/main" id="{4CC051F6-2B5F-44CB-8507-61F810ABF532}"/>
              </a:ext>
            </a:extLst>
          </p:cNvPr>
          <p:cNvSpPr>
            <a:spLocks xmlns:a="http://schemas.openxmlformats.org/drawingml/2006/main" noGrp="1"/>
          </p:cNvSpPr>
          <p:nvPr/>
        </p:nvSpPr>
        <p:spPr>
          <a:xfrm xmlns:a="http://schemas.openxmlformats.org/drawingml/2006/main">
            <a:off x="936000" y="1573200"/>
            <a:ext cx="6120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0D69B3"/>
                </a:solidFill>
                <a:latin typeface="Aptos"/>
                <a:ea typeface="Aptos"/>
                <a:cs typeface="Aptos"/>
              </a:defRPr>
            </a:defPPr>
            <a:lvl1pPr>
              <a:defRPr sz="1600" b="1">
                <a:solidFill>
                  <a:srgbClr val="0D69B3"/>
                </a:solidFill>
                <a:latin typeface="Aptos"/>
                <a:ea typeface="Aptos"/>
                <a:cs typeface="Aptos"/>
              </a:defRPr>
            </a:lvl1pPr>
            <a:lvl2pPr>
              <a:defRPr sz="1600" b="1">
                <a:solidFill>
                  <a:srgbClr val="0D69B3"/>
                </a:solidFill>
                <a:latin typeface="Aptos"/>
                <a:ea typeface="Aptos"/>
                <a:cs typeface="Aptos"/>
              </a:defRPr>
            </a:lvl2pPr>
            <a:lvl3pPr>
              <a:defRPr sz="1600" b="1">
                <a:solidFill>
                  <a:srgbClr val="0D69B3"/>
                </a:solidFill>
                <a:latin typeface="Aptos"/>
                <a:ea typeface="Aptos"/>
                <a:cs typeface="Aptos"/>
              </a:defRPr>
            </a:lvl3pPr>
            <a:lvl4pPr>
              <a:defRPr sz="1600" b="1">
                <a:solidFill>
                  <a:srgbClr val="0D69B3"/>
                </a:solidFill>
                <a:latin typeface="Aptos"/>
                <a:ea typeface="Aptos"/>
                <a:cs typeface="Aptos"/>
              </a:defRPr>
            </a:lvl4pPr>
            <a:lvl5pPr>
              <a:defRPr sz="1600" b="1">
                <a:solidFill>
                  <a:srgbClr val="0D69B3"/>
                </a:solidFill>
                <a:latin typeface="Aptos"/>
                <a:ea typeface="Aptos"/>
                <a:cs typeface="Aptos"/>
              </a:defRPr>
            </a:lvl5pPr>
            <a:lvl6pPr>
              <a:defRPr sz="1600" b="1">
                <a:solidFill>
                  <a:srgbClr val="0D69B3"/>
                </a:solidFill>
                <a:latin typeface="Aptos"/>
                <a:ea typeface="Aptos"/>
                <a:cs typeface="Aptos"/>
              </a:defRPr>
            </a:lvl6pPr>
            <a:lvl7pPr>
              <a:defRPr sz="1600" b="1">
                <a:solidFill>
                  <a:srgbClr val="0D69B3"/>
                </a:solidFill>
                <a:latin typeface="Aptos"/>
                <a:ea typeface="Aptos"/>
                <a:cs typeface="Aptos"/>
              </a:defRPr>
            </a:lvl7pPr>
            <a:lvl8pPr>
              <a:defRPr sz="1600" b="1">
                <a:solidFill>
                  <a:srgbClr val="0D69B3"/>
                </a:solidFill>
                <a:latin typeface="Aptos"/>
                <a:ea typeface="Aptos"/>
                <a:cs typeface="Aptos"/>
              </a:defRPr>
            </a:lvl8pPr>
            <a:lvl9pPr>
              <a:defRPr sz="1600" b="1">
                <a:solidFill>
                  <a:srgbClr val="0D69B3"/>
                </a:solidFill>
                <a:latin typeface="Aptos"/>
                <a:ea typeface="Aptos"/>
                <a:cs typeface="Aptos"/>
              </a:defRPr>
            </a:lvl9pPr>
          </a:lstStyle>
          <a:p xmlns:a="http://schemas.openxmlformats.org/drawingml/2006/main">
            <a:pPr>
              <a:defRPr sz="1600" b="1">
                <a:solidFill>
                  <a:srgbClr val="0D69B3"/>
                </a:solidFill>
                <a:latin typeface="Aptos"/>
                <a:ea typeface="Aptos"/>
                <a:cs typeface="Aptos"/>
              </a:defRPr>
            </a:pPr>
            <a:r>
              <a:rPr sz="1600" b="1">
                <a:solidFill>
                  <a:srgbClr val="0D69B3"/>
                </a:solidFill>
                <a:latin typeface="Aptos"/>
                <a:ea typeface="Aptos"/>
                <a:cs typeface="Aptos"/>
              </a:rPr>
              <a:t>Problem</a:t>
            </a:r>
          </a:p>
        </p:txBody>
      </p:sp>
      <p:pic>
        <p:nvPicPr>
          <p:cNvPr id="7" name="">
            <a:extLst xmlns:a="http://schemas.openxmlformats.org/drawingml/2006/main">
              <a:ext uri="{FF2B5EF4-FFF2-40B4-BE49-F238E27FC236}">
                <a16:creationId xmlns:a16="http://schemas.microsoft.com/office/drawing/2014/main" id="{8FC40C78-EE02-4C13-80D9-1F799BB1A3D5}"/>
              </a:ext>
            </a:extLst>
          </p:cNvPr>
          <p:cNvPicPr>
            <a:picLocks xmlns:a="http://schemas.openxmlformats.org/drawingml/2006/main" noChangeAspect="1"/>
          </p:cNvPicPr>
          <p:nvPr/>
        </p:nvPicPr>
        <p:blipFill>
          <a:blip xmlns:r="http://schemas.openxmlformats.org/officeDocument/2006/relationships" xmlns:a="http://schemas.openxmlformats.org/drawingml/2006/main" r:embed="R1a6d5a5c3dfa4fbe"/>
          <a:stretch xmlns:a="http://schemas.openxmlformats.org/drawingml/2006/main"/>
        </p:blipFill>
        <p:spPr>
          <a:xfrm xmlns:a="http://schemas.openxmlformats.org/drawingml/2006/main">
            <a:off x="5724171" y="1584000"/>
            <a:ext cx="1331659" cy="439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D7F2751-0F04-48DC-B459-5FF27C1757DD}"/>
              </a:ext>
            </a:extLst>
          </p:cNvPr>
          <p:cNvSpPr>
            <a:spLocks xmlns:a="http://schemas.openxmlformats.org/drawingml/2006/main" noGrp="1"/>
          </p:cNvSpPr>
          <p:nvPr/>
        </p:nvSpPr>
        <p:spPr>
          <a:xfrm xmlns:a="http://schemas.openxmlformats.org/drawingml/2006/main">
            <a:off x="504000" y="1980000"/>
            <a:ext cx="5040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2C48"/>
                </a:solidFill>
                <a:latin typeface="Aptos"/>
                <a:ea typeface="Aptos"/>
                <a:cs typeface="Aptos"/>
              </a:defRPr>
            </a:defPPr>
            <a:lvl1pPr>
              <a:defRPr sz="1200" b="1">
                <a:solidFill>
                  <a:srgbClr val="142C48"/>
                </a:solidFill>
                <a:latin typeface="Aptos"/>
                <a:ea typeface="Aptos"/>
                <a:cs typeface="Aptos"/>
              </a:defRPr>
            </a:lvl1pPr>
            <a:lvl2pPr>
              <a:defRPr sz="1200" b="1">
                <a:solidFill>
                  <a:srgbClr val="142C48"/>
                </a:solidFill>
                <a:latin typeface="Aptos"/>
                <a:ea typeface="Aptos"/>
                <a:cs typeface="Aptos"/>
              </a:defRPr>
            </a:lvl2pPr>
            <a:lvl3pPr>
              <a:defRPr sz="1200" b="1">
                <a:solidFill>
                  <a:srgbClr val="142C48"/>
                </a:solidFill>
                <a:latin typeface="Aptos"/>
                <a:ea typeface="Aptos"/>
                <a:cs typeface="Aptos"/>
              </a:defRPr>
            </a:lvl3pPr>
            <a:lvl4pPr>
              <a:defRPr sz="1200" b="1">
                <a:solidFill>
                  <a:srgbClr val="142C48"/>
                </a:solidFill>
                <a:latin typeface="Aptos"/>
                <a:ea typeface="Aptos"/>
                <a:cs typeface="Aptos"/>
              </a:defRPr>
            </a:lvl4pPr>
            <a:lvl5pPr>
              <a:defRPr sz="1200" b="1">
                <a:solidFill>
                  <a:srgbClr val="142C48"/>
                </a:solidFill>
                <a:latin typeface="Aptos"/>
                <a:ea typeface="Aptos"/>
                <a:cs typeface="Aptos"/>
              </a:defRPr>
            </a:lvl5pPr>
            <a:lvl6pPr>
              <a:defRPr sz="1200" b="1">
                <a:solidFill>
                  <a:srgbClr val="142C48"/>
                </a:solidFill>
                <a:latin typeface="Aptos"/>
                <a:ea typeface="Aptos"/>
                <a:cs typeface="Aptos"/>
              </a:defRPr>
            </a:lvl6pPr>
            <a:lvl7pPr>
              <a:defRPr sz="1200" b="1">
                <a:solidFill>
                  <a:srgbClr val="142C48"/>
                </a:solidFill>
                <a:latin typeface="Aptos"/>
                <a:ea typeface="Aptos"/>
                <a:cs typeface="Aptos"/>
              </a:defRPr>
            </a:lvl7pPr>
            <a:lvl8pPr>
              <a:defRPr sz="1200" b="1">
                <a:solidFill>
                  <a:srgbClr val="142C48"/>
                </a:solidFill>
                <a:latin typeface="Aptos"/>
                <a:ea typeface="Aptos"/>
                <a:cs typeface="Aptos"/>
              </a:defRPr>
            </a:lvl8pPr>
            <a:lvl9pPr>
              <a:defRPr sz="1200" b="1">
                <a:solidFill>
                  <a:srgbClr val="142C48"/>
                </a:solidFill>
                <a:latin typeface="Aptos"/>
                <a:ea typeface="Aptos"/>
                <a:cs typeface="Aptos"/>
              </a:defRPr>
            </a:lvl9pPr>
          </a:lstStyle>
          <a:p xmlns:a="http://schemas.openxmlformats.org/drawingml/2006/main">
            <a:pPr>
              <a:defRPr sz="1200" b="1">
                <a:solidFill>
                  <a:srgbClr val="142C48"/>
                </a:solidFill>
                <a:latin typeface="Aptos"/>
                <a:ea typeface="Aptos"/>
                <a:cs typeface="Aptos"/>
              </a:defRPr>
            </a:pPr>
            <a:r>
              <a:rPr sz="1200" b="1">
                <a:solidFill>
                  <a:srgbClr val="142C48"/>
                </a:solidFill>
                <a:latin typeface="Aptos"/>
                <a:ea typeface="Aptos"/>
                <a:cs typeface="Aptos"/>
              </a:rPr>
              <a:t>FPT Telecom Internet services</a:t>
            </a:r>
          </a:p>
        </p:txBody>
      </p:sp>
      <p:sp>
        <p:nvSpPr>
          <p:cNvPr id="9" name="">
            <a:extLst xmlns:a="http://schemas.openxmlformats.org/drawingml/2006/main">
              <a:ext uri="{FF2B5EF4-FFF2-40B4-BE49-F238E27FC236}">
                <a16:creationId xmlns:a16="http://schemas.microsoft.com/office/drawing/2014/main" id="{E9E90227-29E3-4C65-A6F5-3A305FD2070A}"/>
              </a:ext>
            </a:extLst>
          </p:cNvPr>
          <p:cNvSpPr>
            <a:spLocks xmlns:a="http://schemas.openxmlformats.org/drawingml/2006/main" noGrp="1"/>
          </p:cNvSpPr>
          <p:nvPr/>
        </p:nvSpPr>
        <p:spPr>
          <a:xfrm xmlns:a="http://schemas.openxmlformats.org/drawingml/2006/main">
            <a:off x="504000" y="2268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1738A"/>
                </a:solidFill>
                <a:latin typeface="Aptos"/>
                <a:ea typeface="Aptos"/>
                <a:cs typeface="Aptos"/>
              </a:defRPr>
            </a:defPPr>
            <a:lvl1pPr>
              <a:defRPr sz="1050" b="0">
                <a:solidFill>
                  <a:srgbClr val="61738A"/>
                </a:solidFill>
                <a:latin typeface="Aptos"/>
                <a:ea typeface="Aptos"/>
                <a:cs typeface="Aptos"/>
              </a:defRPr>
            </a:lvl1pPr>
            <a:lvl2pPr>
              <a:defRPr sz="1050" b="0">
                <a:solidFill>
                  <a:srgbClr val="61738A"/>
                </a:solidFill>
                <a:latin typeface="Aptos"/>
                <a:ea typeface="Aptos"/>
                <a:cs typeface="Aptos"/>
              </a:defRPr>
            </a:lvl2pPr>
            <a:lvl3pPr>
              <a:defRPr sz="1050" b="0">
                <a:solidFill>
                  <a:srgbClr val="61738A"/>
                </a:solidFill>
                <a:latin typeface="Aptos"/>
                <a:ea typeface="Aptos"/>
                <a:cs typeface="Aptos"/>
              </a:defRPr>
            </a:lvl3pPr>
            <a:lvl4pPr>
              <a:defRPr sz="1050" b="0">
                <a:solidFill>
                  <a:srgbClr val="61738A"/>
                </a:solidFill>
                <a:latin typeface="Aptos"/>
                <a:ea typeface="Aptos"/>
                <a:cs typeface="Aptos"/>
              </a:defRPr>
            </a:lvl4pPr>
            <a:lvl5pPr>
              <a:defRPr sz="1050" b="0">
                <a:solidFill>
                  <a:srgbClr val="61738A"/>
                </a:solidFill>
                <a:latin typeface="Aptos"/>
                <a:ea typeface="Aptos"/>
                <a:cs typeface="Aptos"/>
              </a:defRPr>
            </a:lvl5pPr>
            <a:lvl6pPr>
              <a:defRPr sz="1050" b="0">
                <a:solidFill>
                  <a:srgbClr val="61738A"/>
                </a:solidFill>
                <a:latin typeface="Aptos"/>
                <a:ea typeface="Aptos"/>
                <a:cs typeface="Aptos"/>
              </a:defRPr>
            </a:lvl6pPr>
            <a:lvl7pPr>
              <a:defRPr sz="1050" b="0">
                <a:solidFill>
                  <a:srgbClr val="61738A"/>
                </a:solidFill>
                <a:latin typeface="Aptos"/>
                <a:ea typeface="Aptos"/>
                <a:cs typeface="Aptos"/>
              </a:defRPr>
            </a:lvl7pPr>
            <a:lvl8pPr>
              <a:defRPr sz="1050" b="0">
                <a:solidFill>
                  <a:srgbClr val="61738A"/>
                </a:solidFill>
                <a:latin typeface="Aptos"/>
                <a:ea typeface="Aptos"/>
                <a:cs typeface="Aptos"/>
              </a:defRPr>
            </a:lvl8pPr>
            <a:lvl9pPr>
              <a:defRPr sz="1050" b="0">
                <a:solidFill>
                  <a:srgbClr val="61738A"/>
                </a:solidFill>
                <a:latin typeface="Aptos"/>
                <a:ea typeface="Aptos"/>
                <a:cs typeface="Aptos"/>
              </a:defRPr>
            </a:lvl9pPr>
          </a:lstStyle>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Binh Duong: September churn spotlight</a:t>
            </a:r>
          </a:p>
        </p:txBody>
      </p:sp>
      <p:graphicFrame>
        <p:nvGraphicFramePr>
          <p:cNvPr id="10" name="Chart">
            <a:extLst xmlns:a="http://schemas.openxmlformats.org/drawingml/2006/main">
              <a:ext uri="{FF2B5EF4-FFF2-40B4-BE49-F238E27FC236}">
                <a16:creationId xmlns:a16="http://schemas.microsoft.com/office/drawing/2014/main" id="{2E9132DD-FAF8-460A-B652-865C72290B83}"/>
              </a:ext>
            </a:extLst>
          </p:cNvPr>
          <p:cNvGraphicFramePr/>
          <p:nvPr/>
        </p:nvGraphicFramePr>
        <p:xfrm>
          <a:off xmlns:a="http://schemas.openxmlformats.org/drawingml/2006/main" x="432000" y="2700000"/>
          <a:ext xmlns:a="http://schemas.openxmlformats.org/drawingml/2006/main" cx="3636000" cy="1260000"/>
        </p:xfrm>
        <a:graphic xmlns:a="http://schemas.openxmlformats.org/drawingml/2006/main">
          <a:graphicData uri="http://schemas.openxmlformats.org/drawingml/2006/chart">
            <c:chart xmlns:r="http://schemas.openxmlformats.org/officeDocument/2006/relationships" xmlns:c="http://schemas.openxmlformats.org/drawingml/2006/chart" r:id="R434ca7fe1f9c4410"/>
          </a:graphicData>
        </a:graphic>
      </p:graphicFrame>
      <p:sp>
        <p:nvSpPr>
          <p:cNvPr id="11" name="">
            <a:extLst xmlns:a="http://schemas.openxmlformats.org/drawingml/2006/main">
              <a:ext uri="{FF2B5EF4-FFF2-40B4-BE49-F238E27FC236}">
                <a16:creationId xmlns:a16="http://schemas.microsoft.com/office/drawing/2014/main" id="{F082DFDD-DBE8-4482-B53F-668A51D34455}"/>
              </a:ext>
            </a:extLst>
          </p:cNvPr>
          <p:cNvSpPr>
            <a:spLocks xmlns:a="http://schemas.openxmlformats.org/drawingml/2006/main" noGrp="1"/>
          </p:cNvSpPr>
          <p:nvPr/>
        </p:nvSpPr>
        <p:spPr>
          <a:xfrm xmlns:a="http://schemas.openxmlformats.org/drawingml/2006/main">
            <a:off x="4428000" y="2664000"/>
            <a:ext cx="2628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600" b="1">
                <a:solidFill>
                  <a:srgbClr val="142C48"/>
                </a:solidFill>
                <a:latin typeface="Aptos"/>
                <a:ea typeface="Aptos"/>
                <a:cs typeface="Aptos"/>
              </a:defRPr>
            </a:defPPr>
            <a:lvl1pPr>
              <a:defRPr sz="2600" b="1">
                <a:solidFill>
                  <a:srgbClr val="142C48"/>
                </a:solidFill>
                <a:latin typeface="Aptos"/>
                <a:ea typeface="Aptos"/>
                <a:cs typeface="Aptos"/>
              </a:defRPr>
            </a:lvl1pPr>
            <a:lvl2pPr>
              <a:defRPr sz="2600" b="1">
                <a:solidFill>
                  <a:srgbClr val="142C48"/>
                </a:solidFill>
                <a:latin typeface="Aptos"/>
                <a:ea typeface="Aptos"/>
                <a:cs typeface="Aptos"/>
              </a:defRPr>
            </a:lvl2pPr>
            <a:lvl3pPr>
              <a:defRPr sz="2600" b="1">
                <a:solidFill>
                  <a:srgbClr val="142C48"/>
                </a:solidFill>
                <a:latin typeface="Aptos"/>
                <a:ea typeface="Aptos"/>
                <a:cs typeface="Aptos"/>
              </a:defRPr>
            </a:lvl3pPr>
            <a:lvl4pPr>
              <a:defRPr sz="2600" b="1">
                <a:solidFill>
                  <a:srgbClr val="142C48"/>
                </a:solidFill>
                <a:latin typeface="Aptos"/>
                <a:ea typeface="Aptos"/>
                <a:cs typeface="Aptos"/>
              </a:defRPr>
            </a:lvl4pPr>
            <a:lvl5pPr>
              <a:defRPr sz="2600" b="1">
                <a:solidFill>
                  <a:srgbClr val="142C48"/>
                </a:solidFill>
                <a:latin typeface="Aptos"/>
                <a:ea typeface="Aptos"/>
                <a:cs typeface="Aptos"/>
              </a:defRPr>
            </a:lvl5pPr>
            <a:lvl6pPr>
              <a:defRPr sz="2600" b="1">
                <a:solidFill>
                  <a:srgbClr val="142C48"/>
                </a:solidFill>
                <a:latin typeface="Aptos"/>
                <a:ea typeface="Aptos"/>
                <a:cs typeface="Aptos"/>
              </a:defRPr>
            </a:lvl6pPr>
            <a:lvl7pPr>
              <a:defRPr sz="2600" b="1">
                <a:solidFill>
                  <a:srgbClr val="142C48"/>
                </a:solidFill>
                <a:latin typeface="Aptos"/>
                <a:ea typeface="Aptos"/>
                <a:cs typeface="Aptos"/>
              </a:defRPr>
            </a:lvl7pPr>
            <a:lvl8pPr>
              <a:defRPr sz="2600" b="1">
                <a:solidFill>
                  <a:srgbClr val="142C48"/>
                </a:solidFill>
                <a:latin typeface="Aptos"/>
                <a:ea typeface="Aptos"/>
                <a:cs typeface="Aptos"/>
              </a:defRPr>
            </a:lvl8pPr>
            <a:lvl9pPr>
              <a:defRPr sz="2600" b="1">
                <a:solidFill>
                  <a:srgbClr val="142C48"/>
                </a:solidFill>
                <a:latin typeface="Aptos"/>
                <a:ea typeface="Aptos"/>
                <a:cs typeface="Aptos"/>
              </a:defRPr>
            </a:lvl9pPr>
          </a:lstStyle>
          <a:p xmlns:a="http://schemas.openxmlformats.org/drawingml/2006/main">
            <a:pPr>
              <a:defRPr sz="2600" b="1">
                <a:solidFill>
                  <a:srgbClr val="142C48"/>
                </a:solidFill>
                <a:latin typeface="Aptos"/>
                <a:ea typeface="Aptos"/>
                <a:cs typeface="Aptos"/>
              </a:defRPr>
            </a:pPr>
            <a:r>
              <a:rPr sz="2600" b="1">
                <a:solidFill>
                  <a:srgbClr val="142C48"/>
                </a:solidFill>
                <a:latin typeface="Aptos"/>
                <a:ea typeface="Aptos"/>
                <a:cs typeface="Aptos"/>
              </a:rPr>
              <a:t>+20%</a:t>
            </a:r>
          </a:p>
        </p:txBody>
      </p:sp>
      <p:sp>
        <p:nvSpPr>
          <p:cNvPr id="12" name="">
            <a:extLst xmlns:a="http://schemas.openxmlformats.org/drawingml/2006/main">
              <a:ext uri="{FF2B5EF4-FFF2-40B4-BE49-F238E27FC236}">
                <a16:creationId xmlns:a16="http://schemas.microsoft.com/office/drawing/2014/main" id="{4A59C921-7650-4DE3-B49F-EB2A0A79C855}"/>
              </a:ext>
            </a:extLst>
          </p:cNvPr>
          <p:cNvSpPr>
            <a:spLocks xmlns:a="http://schemas.openxmlformats.org/drawingml/2006/main" noGrp="1"/>
          </p:cNvSpPr>
          <p:nvPr/>
        </p:nvSpPr>
        <p:spPr>
          <a:xfrm xmlns:a="http://schemas.openxmlformats.org/drawingml/2006/main">
            <a:off x="4428000" y="3240000"/>
            <a:ext cx="2628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National churn count, YTD</a:t>
            </a:r>
          </a:p>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vs. comparable 2025 period</a:t>
            </a:r>
          </a:p>
        </p:txBody>
      </p:sp>
      <p:sp>
        <p:nvSpPr>
          <p:cNvPr id="13" name="">
            <a:extLst xmlns:a="http://schemas.openxmlformats.org/drawingml/2006/main">
              <a:ext uri="{FF2B5EF4-FFF2-40B4-BE49-F238E27FC236}">
                <a16:creationId xmlns:a16="http://schemas.microsoft.com/office/drawing/2014/main" id="{B88C23B9-DF5E-43E3-80DC-E73ED1B014E3}"/>
              </a:ext>
            </a:extLst>
          </p:cNvPr>
          <p:cNvSpPr>
            <a:spLocks xmlns:a="http://schemas.openxmlformats.org/drawingml/2006/main" noGrp="1"/>
          </p:cNvSpPr>
          <p:nvPr/>
        </p:nvSpPr>
        <p:spPr>
          <a:xfrm xmlns:a="http://schemas.openxmlformats.org/drawingml/2006/main">
            <a:off x="504000" y="4068000"/>
            <a:ext cx="356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+92.3% monthly churn count</a:t>
            </a:r>
          </a:p>
        </p:txBody>
      </p:sp>
      <p:sp>
        <p:nvSpPr>
          <p:cNvPr id="14" name="">
            <a:extLst xmlns:a="http://schemas.openxmlformats.org/drawingml/2006/main">
              <a:ext uri="{FF2B5EF4-FFF2-40B4-BE49-F238E27FC236}">
                <a16:creationId xmlns:a16="http://schemas.microsoft.com/office/drawing/2014/main" id="{635C3C1F-D4BE-4092-A9B7-E9D556666118}"/>
              </a:ext>
            </a:extLst>
          </p:cNvPr>
          <p:cNvSpPr>
            <a:spLocks xmlns:a="http://schemas.openxmlformats.org/drawingml/2006/main" noGrp="1"/>
          </p:cNvSpPr>
          <p:nvPr/>
        </p:nvSpPr>
        <p:spPr>
          <a:xfrm xmlns:a="http://schemas.openxmlformats.org/drawingml/2006/main">
            <a:off x="4032000" y="4068000"/>
            <a:ext cx="302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1.19% September churn rate</a:t>
            </a:r>
          </a:p>
        </p:txBody>
      </p:sp>
      <p:sp>
        <p:nvSpPr>
          <p:cNvPr id="15" name="">
            <a:extLst xmlns:a="http://schemas.openxmlformats.org/drawingml/2006/main">
              <a:ext uri="{FF2B5EF4-FFF2-40B4-BE49-F238E27FC236}">
                <a16:creationId xmlns:a16="http://schemas.microsoft.com/office/drawing/2014/main" id="{5E3392E6-687D-4959-B4BE-5EF13B56BB19}"/>
              </a:ext>
            </a:extLst>
          </p:cNvPr>
          <p:cNvSpPr>
            <a:spLocks xmlns:a="http://schemas.openxmlformats.org/drawingml/2006/main" noGrp="1"/>
          </p:cNvSpPr>
          <p:nvPr/>
        </p:nvSpPr>
        <p:spPr>
          <a:xfrm xmlns:a="http://schemas.openxmlformats.org/drawingml/2006/main">
            <a:off x="504000" y="4356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61738A"/>
                </a:solidFill>
                <a:latin typeface="Aptos"/>
                <a:ea typeface="Aptos"/>
                <a:cs typeface="Aptos"/>
              </a:defRPr>
            </a:defPPr>
            <a:lvl1pPr>
              <a:defRPr sz="950" b="0">
                <a:solidFill>
                  <a:srgbClr val="61738A"/>
                </a:solidFill>
                <a:latin typeface="Aptos"/>
                <a:ea typeface="Aptos"/>
                <a:cs typeface="Aptos"/>
              </a:defRPr>
            </a:lvl1pPr>
            <a:lvl2pPr>
              <a:defRPr sz="950" b="0">
                <a:solidFill>
                  <a:srgbClr val="61738A"/>
                </a:solidFill>
                <a:latin typeface="Aptos"/>
                <a:ea typeface="Aptos"/>
                <a:cs typeface="Aptos"/>
              </a:defRPr>
            </a:lvl2pPr>
            <a:lvl3pPr>
              <a:defRPr sz="950" b="0">
                <a:solidFill>
                  <a:srgbClr val="61738A"/>
                </a:solidFill>
                <a:latin typeface="Aptos"/>
                <a:ea typeface="Aptos"/>
                <a:cs typeface="Aptos"/>
              </a:defRPr>
            </a:lvl3pPr>
            <a:lvl4pPr>
              <a:defRPr sz="950" b="0">
                <a:solidFill>
                  <a:srgbClr val="61738A"/>
                </a:solidFill>
                <a:latin typeface="Aptos"/>
                <a:ea typeface="Aptos"/>
                <a:cs typeface="Aptos"/>
              </a:defRPr>
            </a:lvl4pPr>
            <a:lvl5pPr>
              <a:defRPr sz="950" b="0">
                <a:solidFill>
                  <a:srgbClr val="61738A"/>
                </a:solidFill>
                <a:latin typeface="Aptos"/>
                <a:ea typeface="Aptos"/>
                <a:cs typeface="Aptos"/>
              </a:defRPr>
            </a:lvl5pPr>
            <a:lvl6pPr>
              <a:defRPr sz="950" b="0">
                <a:solidFill>
                  <a:srgbClr val="61738A"/>
                </a:solidFill>
                <a:latin typeface="Aptos"/>
                <a:ea typeface="Aptos"/>
                <a:cs typeface="Aptos"/>
              </a:defRPr>
            </a:lvl6pPr>
            <a:lvl7pPr>
              <a:defRPr sz="950" b="0">
                <a:solidFill>
                  <a:srgbClr val="61738A"/>
                </a:solidFill>
                <a:latin typeface="Aptos"/>
                <a:ea typeface="Aptos"/>
                <a:cs typeface="Aptos"/>
              </a:defRPr>
            </a:lvl7pPr>
            <a:lvl8pPr>
              <a:defRPr sz="950" b="0">
                <a:solidFill>
                  <a:srgbClr val="61738A"/>
                </a:solidFill>
                <a:latin typeface="Aptos"/>
                <a:ea typeface="Aptos"/>
                <a:cs typeface="Aptos"/>
              </a:defRPr>
            </a:lvl8pPr>
            <a:lvl9pPr>
              <a:defRPr sz="950" b="0">
                <a:solidFill>
                  <a:srgbClr val="61738A"/>
                </a:solidFill>
                <a:latin typeface="Aptos"/>
                <a:ea typeface="Aptos"/>
                <a:cs typeface="Aptos"/>
              </a:defRPr>
            </a:lvl9pPr>
          </a:lstStyle>
          <a:p xmlns:a="http://schemas.openxmlformats.org/drawingml/2006/main">
            <a:pPr>
              <a:defRPr sz="950" b="0">
                <a:solidFill>
                  <a:srgbClr val="61738A"/>
                </a:solidFill>
                <a:latin typeface="Aptos"/>
                <a:ea typeface="Aptos"/>
                <a:cs typeface="Aptos"/>
              </a:defRPr>
            </a:pPr>
            <a:r>
              <a:rPr sz="950" b="0">
                <a:solidFill>
                  <a:srgbClr val="61738A"/>
                </a:solidFill>
                <a:latin typeface="Aptos"/>
                <a:ea typeface="Aptos"/>
                <a:cs typeface="Aptos"/>
              </a:rPr>
              <a:t>2,500 churned / approximately 210,000 local customers</a:t>
            </a:r>
          </a:p>
        </p:txBody>
      </p:sp>
      <p:sp>
        <p:nvSpPr>
          <p:cNvPr id="16" name="">
            <a:extLst xmlns:a="http://schemas.openxmlformats.org/drawingml/2006/main">
              <a:ext uri="{FF2B5EF4-FFF2-40B4-BE49-F238E27FC236}">
                <a16:creationId xmlns:a16="http://schemas.microsoft.com/office/drawing/2014/main" id="{59302E04-F246-44F3-9507-AEF857B4F13C}"/>
              </a:ext>
            </a:extLst>
          </p:cNvPr>
          <p:cNvSpPr>
            <a:spLocks xmlns:a="http://schemas.openxmlformats.org/drawingml/2006/main" noGrp="1"/>
          </p:cNvSpPr>
          <p:nvPr/>
        </p:nvSpPr>
        <p:spPr>
          <a:xfrm xmlns:a="http://schemas.openxmlformats.org/drawingml/2006/main">
            <a:off x="504000" y="4752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0D69B3"/>
                </a:solidFill>
                <a:latin typeface="Aptos"/>
                <a:ea typeface="Aptos"/>
                <a:cs typeface="Aptos"/>
              </a:defRPr>
            </a:defPPr>
            <a:lvl1pPr>
              <a:defRPr sz="1050" b="1">
                <a:solidFill>
                  <a:srgbClr val="0D69B3"/>
                </a:solidFill>
                <a:latin typeface="Aptos"/>
                <a:ea typeface="Aptos"/>
                <a:cs typeface="Aptos"/>
              </a:defRPr>
            </a:lvl1pPr>
            <a:lvl2pPr>
              <a:defRPr sz="1050" b="1">
                <a:solidFill>
                  <a:srgbClr val="0D69B3"/>
                </a:solidFill>
                <a:latin typeface="Aptos"/>
                <a:ea typeface="Aptos"/>
                <a:cs typeface="Aptos"/>
              </a:defRPr>
            </a:lvl2pPr>
            <a:lvl3pPr>
              <a:defRPr sz="1050" b="1">
                <a:solidFill>
                  <a:srgbClr val="0D69B3"/>
                </a:solidFill>
                <a:latin typeface="Aptos"/>
                <a:ea typeface="Aptos"/>
                <a:cs typeface="Aptos"/>
              </a:defRPr>
            </a:lvl3pPr>
            <a:lvl4pPr>
              <a:defRPr sz="1050" b="1">
                <a:solidFill>
                  <a:srgbClr val="0D69B3"/>
                </a:solidFill>
                <a:latin typeface="Aptos"/>
                <a:ea typeface="Aptos"/>
                <a:cs typeface="Aptos"/>
              </a:defRPr>
            </a:lvl4pPr>
            <a:lvl5pPr>
              <a:defRPr sz="1050" b="1">
                <a:solidFill>
                  <a:srgbClr val="0D69B3"/>
                </a:solidFill>
                <a:latin typeface="Aptos"/>
                <a:ea typeface="Aptos"/>
                <a:cs typeface="Aptos"/>
              </a:defRPr>
            </a:lvl5pPr>
            <a:lvl6pPr>
              <a:defRPr sz="1050" b="1">
                <a:solidFill>
                  <a:srgbClr val="0D69B3"/>
                </a:solidFill>
                <a:latin typeface="Aptos"/>
                <a:ea typeface="Aptos"/>
                <a:cs typeface="Aptos"/>
              </a:defRPr>
            </a:lvl6pPr>
            <a:lvl7pPr>
              <a:defRPr sz="1050" b="1">
                <a:solidFill>
                  <a:srgbClr val="0D69B3"/>
                </a:solidFill>
                <a:latin typeface="Aptos"/>
                <a:ea typeface="Aptos"/>
                <a:cs typeface="Aptos"/>
              </a:defRPr>
            </a:lvl7pPr>
            <a:lvl8pPr>
              <a:defRPr sz="1050" b="1">
                <a:solidFill>
                  <a:srgbClr val="0D69B3"/>
                </a:solidFill>
                <a:latin typeface="Aptos"/>
                <a:ea typeface="Aptos"/>
                <a:cs typeface="Aptos"/>
              </a:defRPr>
            </a:lvl8pPr>
            <a:lvl9pPr>
              <a:defRPr sz="1050" b="1">
                <a:solidFill>
                  <a:srgbClr val="0D69B3"/>
                </a:solidFill>
                <a:latin typeface="Aptos"/>
                <a:ea typeface="Aptos"/>
                <a:cs typeface="Aptos"/>
              </a:defRPr>
            </a:lvl9pPr>
          </a:lstStyle>
          <a:p xmlns:a="http://schemas.openxmlformats.org/drawingml/2006/main">
            <a:pPr>
              <a:defRPr sz="1050" b="1">
                <a:solidFill>
                  <a:srgbClr val="0D69B3"/>
                </a:solidFill>
                <a:latin typeface="Aptos"/>
                <a:ea typeface="Aptos"/>
                <a:cs typeface="Aptos"/>
              </a:defRPr>
            </a:pPr>
            <a:r>
              <a:rPr sz="1050" b="1">
                <a:solidFill>
                  <a:srgbClr val="0D69B3"/>
                </a:solidFill>
                <a:latin typeface="Aptos"/>
                <a:ea typeface="Aptos"/>
                <a:cs typeface="Aptos"/>
              </a:rPr>
              <a:t>Revenue exposure for the same 2,500-customer cohort</a:t>
            </a:r>
          </a:p>
        </p:txBody>
      </p:sp>
      <p:sp>
        <p:nvSpPr>
          <p:cNvPr id="17" name="">
            <a:extLst xmlns:a="http://schemas.openxmlformats.org/drawingml/2006/main">
              <a:ext uri="{FF2B5EF4-FFF2-40B4-BE49-F238E27FC236}">
                <a16:creationId xmlns:a16="http://schemas.microsoft.com/office/drawing/2014/main" id="{139E8F3A-E3AE-4FE9-AEDF-7ACF7EAFFCED}"/>
              </a:ext>
            </a:extLst>
          </p:cNvPr>
          <p:cNvSpPr>
            <a:spLocks xmlns:a="http://schemas.openxmlformats.org/drawingml/2006/main" noGrp="1"/>
          </p:cNvSpPr>
          <p:nvPr/>
        </p:nvSpPr>
        <p:spPr>
          <a:xfrm xmlns:a="http://schemas.openxmlformats.org/drawingml/2006/main">
            <a:off x="504000" y="5076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142C48"/>
                </a:solidFill>
                <a:latin typeface="Aptos"/>
                <a:ea typeface="Aptos"/>
                <a:cs typeface="Aptos"/>
              </a:defRPr>
            </a:defPPr>
            <a:lvl1pPr>
              <a:defRPr sz="1050" b="1">
                <a:solidFill>
                  <a:srgbClr val="142C48"/>
                </a:solidFill>
                <a:latin typeface="Aptos"/>
                <a:ea typeface="Aptos"/>
                <a:cs typeface="Aptos"/>
              </a:defRPr>
            </a:lvl1pPr>
            <a:lvl2pPr>
              <a:defRPr sz="1050" b="1">
                <a:solidFill>
                  <a:srgbClr val="142C48"/>
                </a:solidFill>
                <a:latin typeface="Aptos"/>
                <a:ea typeface="Aptos"/>
                <a:cs typeface="Aptos"/>
              </a:defRPr>
            </a:lvl2pPr>
            <a:lvl3pPr>
              <a:defRPr sz="1050" b="1">
                <a:solidFill>
                  <a:srgbClr val="142C48"/>
                </a:solidFill>
                <a:latin typeface="Aptos"/>
                <a:ea typeface="Aptos"/>
                <a:cs typeface="Aptos"/>
              </a:defRPr>
            </a:lvl3pPr>
            <a:lvl4pPr>
              <a:defRPr sz="1050" b="1">
                <a:solidFill>
                  <a:srgbClr val="142C48"/>
                </a:solidFill>
                <a:latin typeface="Aptos"/>
                <a:ea typeface="Aptos"/>
                <a:cs typeface="Aptos"/>
              </a:defRPr>
            </a:lvl4pPr>
            <a:lvl5pPr>
              <a:defRPr sz="1050" b="1">
                <a:solidFill>
                  <a:srgbClr val="142C48"/>
                </a:solidFill>
                <a:latin typeface="Aptos"/>
                <a:ea typeface="Aptos"/>
                <a:cs typeface="Aptos"/>
              </a:defRPr>
            </a:lvl5pPr>
            <a:lvl6pPr>
              <a:defRPr sz="1050" b="1">
                <a:solidFill>
                  <a:srgbClr val="142C48"/>
                </a:solidFill>
                <a:latin typeface="Aptos"/>
                <a:ea typeface="Aptos"/>
                <a:cs typeface="Aptos"/>
              </a:defRPr>
            </a:lvl6pPr>
            <a:lvl7pPr>
              <a:defRPr sz="1050" b="1">
                <a:solidFill>
                  <a:srgbClr val="142C48"/>
                </a:solidFill>
                <a:latin typeface="Aptos"/>
                <a:ea typeface="Aptos"/>
                <a:cs typeface="Aptos"/>
              </a:defRPr>
            </a:lvl7pPr>
            <a:lvl8pPr>
              <a:defRPr sz="1050" b="1">
                <a:solidFill>
                  <a:srgbClr val="142C48"/>
                </a:solidFill>
                <a:latin typeface="Aptos"/>
                <a:ea typeface="Aptos"/>
                <a:cs typeface="Aptos"/>
              </a:defRPr>
            </a:lvl8pPr>
            <a:lvl9pPr>
              <a:defRPr sz="1050" b="1">
                <a:solidFill>
                  <a:srgbClr val="142C48"/>
                </a:solidFill>
                <a:latin typeface="Aptos"/>
                <a:ea typeface="Aptos"/>
                <a:cs typeface="Aptos"/>
              </a:defRPr>
            </a:lvl9pPr>
          </a:lstStyle>
          <a:p xmlns:a="http://schemas.openxmlformats.org/drawingml/2006/main">
            <a:pPr>
              <a:defRPr sz="1050" b="1">
                <a:solidFill>
                  <a:srgbClr val="142C48"/>
                </a:solidFill>
                <a:latin typeface="Aptos"/>
                <a:ea typeface="Aptos"/>
                <a:cs typeface="Aptos"/>
              </a:defRPr>
            </a:pPr>
            <a:r>
              <a:rPr sz="1050" b="1">
                <a:solidFill>
                  <a:srgbClr val="142C48"/>
                </a:solidFill>
                <a:latin typeface="Aptos"/>
                <a:ea typeface="Aptos"/>
                <a:cs typeface="Aptos"/>
              </a:rPr>
              <a:t>VND 512.5M / month     3.075B / 6 months     6.15B / 12 months</a:t>
            </a:r>
          </a:p>
        </p:txBody>
      </p:sp>
      <p:sp>
        <p:nvSpPr>
          <p:cNvPr id="18" name="">
            <a:extLst xmlns:a="http://schemas.openxmlformats.org/drawingml/2006/main">
              <a:ext uri="{FF2B5EF4-FFF2-40B4-BE49-F238E27FC236}">
                <a16:creationId xmlns:a16="http://schemas.microsoft.com/office/drawing/2014/main" id="{892A4BDF-5BC3-42A5-91DE-480DE30C7E9A}"/>
              </a:ext>
            </a:extLst>
          </p:cNvPr>
          <p:cNvSpPr>
            <a:spLocks xmlns:a="http://schemas.openxmlformats.org/drawingml/2006/main" noGrp="1"/>
          </p:cNvSpPr>
          <p:nvPr/>
        </p:nvSpPr>
        <p:spPr>
          <a:xfrm xmlns:a="http://schemas.openxmlformats.org/drawingml/2006/main">
            <a:off x="504000" y="5364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61738A"/>
                </a:solidFill>
                <a:latin typeface="Aptos"/>
                <a:ea typeface="Aptos"/>
                <a:cs typeface="Aptos"/>
              </a:defRPr>
            </a:defPPr>
            <a:lvl1pPr>
              <a:defRPr sz="900" b="0">
                <a:solidFill>
                  <a:srgbClr val="61738A"/>
                </a:solidFill>
                <a:latin typeface="Aptos"/>
                <a:ea typeface="Aptos"/>
                <a:cs typeface="Aptos"/>
              </a:defRPr>
            </a:lvl1pPr>
            <a:lvl2pPr>
              <a:defRPr sz="900" b="0">
                <a:solidFill>
                  <a:srgbClr val="61738A"/>
                </a:solidFill>
                <a:latin typeface="Aptos"/>
                <a:ea typeface="Aptos"/>
                <a:cs typeface="Aptos"/>
              </a:defRPr>
            </a:lvl2pPr>
            <a:lvl3pPr>
              <a:defRPr sz="900" b="0">
                <a:solidFill>
                  <a:srgbClr val="61738A"/>
                </a:solidFill>
                <a:latin typeface="Aptos"/>
                <a:ea typeface="Aptos"/>
                <a:cs typeface="Aptos"/>
              </a:defRPr>
            </a:lvl3pPr>
            <a:lvl4pPr>
              <a:defRPr sz="900" b="0">
                <a:solidFill>
                  <a:srgbClr val="61738A"/>
                </a:solidFill>
                <a:latin typeface="Aptos"/>
                <a:ea typeface="Aptos"/>
                <a:cs typeface="Aptos"/>
              </a:defRPr>
            </a:lvl4pPr>
            <a:lvl5pPr>
              <a:defRPr sz="900" b="0">
                <a:solidFill>
                  <a:srgbClr val="61738A"/>
                </a:solidFill>
                <a:latin typeface="Aptos"/>
                <a:ea typeface="Aptos"/>
                <a:cs typeface="Aptos"/>
              </a:defRPr>
            </a:lvl5pPr>
            <a:lvl6pPr>
              <a:defRPr sz="900" b="0">
                <a:solidFill>
                  <a:srgbClr val="61738A"/>
                </a:solidFill>
                <a:latin typeface="Aptos"/>
                <a:ea typeface="Aptos"/>
                <a:cs typeface="Aptos"/>
              </a:defRPr>
            </a:lvl6pPr>
            <a:lvl7pPr>
              <a:defRPr sz="900" b="0">
                <a:solidFill>
                  <a:srgbClr val="61738A"/>
                </a:solidFill>
                <a:latin typeface="Aptos"/>
                <a:ea typeface="Aptos"/>
                <a:cs typeface="Aptos"/>
              </a:defRPr>
            </a:lvl7pPr>
            <a:lvl8pPr>
              <a:defRPr sz="900" b="0">
                <a:solidFill>
                  <a:srgbClr val="61738A"/>
                </a:solidFill>
                <a:latin typeface="Aptos"/>
                <a:ea typeface="Aptos"/>
                <a:cs typeface="Aptos"/>
              </a:defRPr>
            </a:lvl8pPr>
            <a:lvl9pPr>
              <a:defRPr sz="900" b="0">
                <a:solidFill>
                  <a:srgbClr val="61738A"/>
                </a:solidFill>
                <a:latin typeface="Aptos"/>
                <a:ea typeface="Aptos"/>
                <a:cs typeface="Aptos"/>
              </a:defRPr>
            </a:lvl9pPr>
          </a:lstStyle>
          <a:p xmlns:a="http://schemas.openxmlformats.org/drawingml/2006/main">
            <a:pPr>
              <a:defRPr sz="900" b="0">
                <a:solidFill>
                  <a:srgbClr val="61738A"/>
                </a:solidFill>
                <a:latin typeface="Aptos"/>
                <a:ea typeface="Aptos"/>
                <a:cs typeface="Aptos"/>
              </a:defRPr>
            </a:pPr>
            <a:r>
              <a:rPr sz="900" b="0">
                <a:solidFill>
                  <a:srgbClr val="61738A"/>
                </a:solidFill>
                <a:latin typeface="Aptos"/>
                <a:ea typeface="Aptos"/>
                <a:cs typeface="Aptos"/>
              </a:rPr>
              <a:t>Assumes VND 205,000/month, no return and unchanged fee. Revenue, not profit.</a:t>
            </a:r>
          </a:p>
        </p:txBody>
      </p:sp>
      <p:sp>
        <p:nvSpPr>
          <p:cNvPr id="19" name="">
            <a:extLst xmlns:a="http://schemas.openxmlformats.org/drawingml/2006/main">
              <a:ext uri="{FF2B5EF4-FFF2-40B4-BE49-F238E27FC236}">
                <a16:creationId xmlns:a16="http://schemas.microsoft.com/office/drawing/2014/main" id="{5C0026B1-78E6-4518-A6E4-9293331444F6}"/>
              </a:ext>
            </a:extLst>
          </p:cNvPr>
          <p:cNvSpPr>
            <a:spLocks xmlns:a="http://schemas.openxmlformats.org/drawingml/2006/main" noGrp="1"/>
          </p:cNvSpPr>
          <p:nvPr/>
        </p:nvSpPr>
        <p:spPr>
          <a:xfrm xmlns:a="http://schemas.openxmlformats.org/drawingml/2006/main">
            <a:off x="504000" y="579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Current process and decisions</a:t>
            </a:r>
          </a:p>
        </p:txBody>
      </p:sp>
      <p:sp>
        <p:nvSpPr>
          <p:cNvPr id="20" name="">
            <a:extLst xmlns:a="http://schemas.openxmlformats.org/drawingml/2006/main">
              <a:ext uri="{FF2B5EF4-FFF2-40B4-BE49-F238E27FC236}">
                <a16:creationId xmlns:a16="http://schemas.microsoft.com/office/drawing/2014/main" id="{6C1CD40F-F092-48D6-9BB2-9BFF005601AC}"/>
              </a:ext>
            </a:extLst>
          </p:cNvPr>
          <p:cNvSpPr>
            <a:spLocks xmlns:a="http://schemas.openxmlformats.org/drawingml/2006/main" noGrp="1"/>
          </p:cNvSpPr>
          <p:nvPr/>
        </p:nvSpPr>
        <p:spPr>
          <a:xfrm xmlns:a="http://schemas.openxmlformats.org/drawingml/2006/main">
            <a:off x="504000" y="6156000"/>
            <a:ext cx="2040000" cy="360000"/>
          </a:xfrm>
          <a:prstGeom xmlns:a="http://schemas.openxmlformats.org/drawingml/2006/main" prst="rect">
            <a:avLst/>
          </a:prstGeom>
          <a:solidFill xmlns:a="http://schemas.openxmlformats.org/drawingml/2006/main">
            <a:srgbClr val="FFFFFF"/>
          </a:solidFill>
          <a:ln xmlns:a="http://schemas.openxmlformats.org/drawingml/2006/main" w="5715">
            <a:solidFill>
              <a:srgbClr val="DAE3EB"/>
            </a:solidFill>
          </a:ln>
        </p:spPr>
      </p:sp>
      <p:sp>
        <p:nvSpPr>
          <p:cNvPr id="21" name="">
            <a:extLst xmlns:a="http://schemas.openxmlformats.org/drawingml/2006/main">
              <a:ext uri="{FF2B5EF4-FFF2-40B4-BE49-F238E27FC236}">
                <a16:creationId xmlns:a16="http://schemas.microsoft.com/office/drawing/2014/main" id="{2536EF13-FC1B-4B4C-A3CB-C7B4C6ABFB29}"/>
              </a:ext>
            </a:extLst>
          </p:cNvPr>
          <p:cNvSpPr>
            <a:spLocks xmlns:a="http://schemas.openxmlformats.org/drawingml/2006/main" noGrp="1"/>
          </p:cNvSpPr>
          <p:nvPr/>
        </p:nvSpPr>
        <p:spPr>
          <a:xfrm xmlns:a="http://schemas.openxmlformats.org/drawingml/2006/main">
            <a:off x="576000" y="6235200"/>
            <a:ext cx="18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0D69B3"/>
                </a:solidFill>
                <a:latin typeface="Aptos"/>
                <a:ea typeface="Aptos"/>
                <a:cs typeface="Aptos"/>
              </a:defRPr>
            </a:defPPr>
            <a:lvl1pPr>
              <a:defRPr sz="1000" b="1">
                <a:solidFill>
                  <a:srgbClr val="0D69B3"/>
                </a:solidFill>
                <a:latin typeface="Aptos"/>
                <a:ea typeface="Aptos"/>
                <a:cs typeface="Aptos"/>
              </a:defRPr>
            </a:lvl1pPr>
            <a:lvl2pPr>
              <a:defRPr sz="1000" b="1">
                <a:solidFill>
                  <a:srgbClr val="0D69B3"/>
                </a:solidFill>
                <a:latin typeface="Aptos"/>
                <a:ea typeface="Aptos"/>
                <a:cs typeface="Aptos"/>
              </a:defRPr>
            </a:lvl2pPr>
            <a:lvl3pPr>
              <a:defRPr sz="1000" b="1">
                <a:solidFill>
                  <a:srgbClr val="0D69B3"/>
                </a:solidFill>
                <a:latin typeface="Aptos"/>
                <a:ea typeface="Aptos"/>
                <a:cs typeface="Aptos"/>
              </a:defRPr>
            </a:lvl3pPr>
            <a:lvl4pPr>
              <a:defRPr sz="1000" b="1">
                <a:solidFill>
                  <a:srgbClr val="0D69B3"/>
                </a:solidFill>
                <a:latin typeface="Aptos"/>
                <a:ea typeface="Aptos"/>
                <a:cs typeface="Aptos"/>
              </a:defRPr>
            </a:lvl4pPr>
            <a:lvl5pPr>
              <a:defRPr sz="1000" b="1">
                <a:solidFill>
                  <a:srgbClr val="0D69B3"/>
                </a:solidFill>
                <a:latin typeface="Aptos"/>
                <a:ea typeface="Aptos"/>
                <a:cs typeface="Aptos"/>
              </a:defRPr>
            </a:lvl5pPr>
            <a:lvl6pPr>
              <a:defRPr sz="1000" b="1">
                <a:solidFill>
                  <a:srgbClr val="0D69B3"/>
                </a:solidFill>
                <a:latin typeface="Aptos"/>
                <a:ea typeface="Aptos"/>
                <a:cs typeface="Aptos"/>
              </a:defRPr>
            </a:lvl6pPr>
            <a:lvl7pPr>
              <a:defRPr sz="1000" b="1">
                <a:solidFill>
                  <a:srgbClr val="0D69B3"/>
                </a:solidFill>
                <a:latin typeface="Aptos"/>
                <a:ea typeface="Aptos"/>
                <a:cs typeface="Aptos"/>
              </a:defRPr>
            </a:lvl7pPr>
            <a:lvl8pPr>
              <a:defRPr sz="1000" b="1">
                <a:solidFill>
                  <a:srgbClr val="0D69B3"/>
                </a:solidFill>
                <a:latin typeface="Aptos"/>
                <a:ea typeface="Aptos"/>
                <a:cs typeface="Aptos"/>
              </a:defRPr>
            </a:lvl8pPr>
            <a:lvl9pPr>
              <a:defRPr sz="1000" b="1">
                <a:solidFill>
                  <a:srgbClr val="0D69B3"/>
                </a:solidFill>
                <a:latin typeface="Aptos"/>
                <a:ea typeface="Aptos"/>
                <a:cs typeface="Aptos"/>
              </a:defRPr>
            </a:lvl9pPr>
          </a:lstStyle>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Existing model</a:t>
            </a:r>
          </a:p>
        </p:txBody>
      </p:sp>
      <p:sp>
        <p:nvSpPr>
          <p:cNvPr id="22" name="">
            <a:extLst xmlns:a="http://schemas.openxmlformats.org/drawingml/2006/main">
              <a:ext uri="{FF2B5EF4-FFF2-40B4-BE49-F238E27FC236}">
                <a16:creationId xmlns:a16="http://schemas.microsoft.com/office/drawing/2014/main" id="{31BE1CF0-A5E5-430D-8E73-39D7FD209E46}"/>
              </a:ext>
            </a:extLst>
          </p:cNvPr>
          <p:cNvSpPr>
            <a:spLocks xmlns:a="http://schemas.openxmlformats.org/drawingml/2006/main" noGrp="1"/>
          </p:cNvSpPr>
          <p:nvPr/>
        </p:nvSpPr>
        <p:spPr>
          <a:xfrm xmlns:a="http://schemas.openxmlformats.org/drawingml/2006/main">
            <a:off x="2760000" y="6156000"/>
            <a:ext cx="2040000" cy="360000"/>
          </a:xfrm>
          <a:prstGeom xmlns:a="http://schemas.openxmlformats.org/drawingml/2006/main" prst="rect">
            <a:avLst/>
          </a:prstGeom>
          <a:solidFill xmlns:a="http://schemas.openxmlformats.org/drawingml/2006/main">
            <a:srgbClr val="FFFFFF"/>
          </a:solidFill>
          <a:ln xmlns:a="http://schemas.openxmlformats.org/drawingml/2006/main" w="5715">
            <a:solidFill>
              <a:srgbClr val="DAE3EB"/>
            </a:solidFill>
          </a:ln>
        </p:spPr>
      </p:sp>
      <p:sp>
        <p:nvSpPr>
          <p:cNvPr id="23" name="">
            <a:extLst xmlns:a="http://schemas.openxmlformats.org/drawingml/2006/main">
              <a:ext uri="{FF2B5EF4-FFF2-40B4-BE49-F238E27FC236}">
                <a16:creationId xmlns:a16="http://schemas.microsoft.com/office/drawing/2014/main" id="{17307B0E-8384-4E92-AC70-6C4220EF336E}"/>
              </a:ext>
            </a:extLst>
          </p:cNvPr>
          <p:cNvSpPr>
            <a:spLocks xmlns:a="http://schemas.openxmlformats.org/drawingml/2006/main" noGrp="1"/>
          </p:cNvSpPr>
          <p:nvPr/>
        </p:nvSpPr>
        <p:spPr>
          <a:xfrm xmlns:a="http://schemas.openxmlformats.org/drawingml/2006/main">
            <a:off x="2832000" y="6235200"/>
            <a:ext cx="18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0D69B3"/>
                </a:solidFill>
                <a:latin typeface="Aptos"/>
                <a:ea typeface="Aptos"/>
                <a:cs typeface="Aptos"/>
              </a:defRPr>
            </a:defPPr>
            <a:lvl1pPr>
              <a:defRPr sz="1000" b="1">
                <a:solidFill>
                  <a:srgbClr val="0D69B3"/>
                </a:solidFill>
                <a:latin typeface="Aptos"/>
                <a:ea typeface="Aptos"/>
                <a:cs typeface="Aptos"/>
              </a:defRPr>
            </a:lvl1pPr>
            <a:lvl2pPr>
              <a:defRPr sz="1000" b="1">
                <a:solidFill>
                  <a:srgbClr val="0D69B3"/>
                </a:solidFill>
                <a:latin typeface="Aptos"/>
                <a:ea typeface="Aptos"/>
                <a:cs typeface="Aptos"/>
              </a:defRPr>
            </a:lvl2pPr>
            <a:lvl3pPr>
              <a:defRPr sz="1000" b="1">
                <a:solidFill>
                  <a:srgbClr val="0D69B3"/>
                </a:solidFill>
                <a:latin typeface="Aptos"/>
                <a:ea typeface="Aptos"/>
                <a:cs typeface="Aptos"/>
              </a:defRPr>
            </a:lvl3pPr>
            <a:lvl4pPr>
              <a:defRPr sz="1000" b="1">
                <a:solidFill>
                  <a:srgbClr val="0D69B3"/>
                </a:solidFill>
                <a:latin typeface="Aptos"/>
                <a:ea typeface="Aptos"/>
                <a:cs typeface="Aptos"/>
              </a:defRPr>
            </a:lvl4pPr>
            <a:lvl5pPr>
              <a:defRPr sz="1000" b="1">
                <a:solidFill>
                  <a:srgbClr val="0D69B3"/>
                </a:solidFill>
                <a:latin typeface="Aptos"/>
                <a:ea typeface="Aptos"/>
                <a:cs typeface="Aptos"/>
              </a:defRPr>
            </a:lvl5pPr>
            <a:lvl6pPr>
              <a:defRPr sz="1000" b="1">
                <a:solidFill>
                  <a:srgbClr val="0D69B3"/>
                </a:solidFill>
                <a:latin typeface="Aptos"/>
                <a:ea typeface="Aptos"/>
                <a:cs typeface="Aptos"/>
              </a:defRPr>
            </a:lvl6pPr>
            <a:lvl7pPr>
              <a:defRPr sz="1000" b="1">
                <a:solidFill>
                  <a:srgbClr val="0D69B3"/>
                </a:solidFill>
                <a:latin typeface="Aptos"/>
                <a:ea typeface="Aptos"/>
                <a:cs typeface="Aptos"/>
              </a:defRPr>
            </a:lvl7pPr>
            <a:lvl8pPr>
              <a:defRPr sz="1000" b="1">
                <a:solidFill>
                  <a:srgbClr val="0D69B3"/>
                </a:solidFill>
                <a:latin typeface="Aptos"/>
                <a:ea typeface="Aptos"/>
                <a:cs typeface="Aptos"/>
              </a:defRPr>
            </a:lvl8pPr>
            <a:lvl9pPr>
              <a:defRPr sz="1000" b="1">
                <a:solidFill>
                  <a:srgbClr val="0D69B3"/>
                </a:solidFill>
                <a:latin typeface="Aptos"/>
                <a:ea typeface="Aptos"/>
                <a:cs typeface="Aptos"/>
              </a:defRPr>
            </a:lvl9pPr>
          </a:lstStyle>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Score &gt;500 list</a:t>
            </a:r>
          </a:p>
        </p:txBody>
      </p:sp>
      <p:sp>
        <p:nvSpPr>
          <p:cNvPr id="24" name="">
            <a:extLst xmlns:a="http://schemas.openxmlformats.org/drawingml/2006/main">
              <a:ext uri="{FF2B5EF4-FFF2-40B4-BE49-F238E27FC236}">
                <a16:creationId xmlns:a16="http://schemas.microsoft.com/office/drawing/2014/main" id="{B5DC75CD-9B0B-4F9F-B1A9-8FA7DCE8762C}"/>
              </a:ext>
            </a:extLst>
          </p:cNvPr>
          <p:cNvSpPr>
            <a:spLocks xmlns:a="http://schemas.openxmlformats.org/drawingml/2006/main" noGrp="1"/>
          </p:cNvSpPr>
          <p:nvPr/>
        </p:nvSpPr>
        <p:spPr>
          <a:xfrm xmlns:a="http://schemas.openxmlformats.org/drawingml/2006/main">
            <a:off x="5016000" y="6156000"/>
            <a:ext cx="2040000" cy="360000"/>
          </a:xfrm>
          <a:prstGeom xmlns:a="http://schemas.openxmlformats.org/drawingml/2006/main" prst="rect">
            <a:avLst/>
          </a:prstGeom>
          <a:solidFill xmlns:a="http://schemas.openxmlformats.org/drawingml/2006/main">
            <a:srgbClr val="FFFFFF"/>
          </a:solidFill>
          <a:ln xmlns:a="http://schemas.openxmlformats.org/drawingml/2006/main" w="5715">
            <a:solidFill>
              <a:srgbClr val="DAE3EB"/>
            </a:solidFill>
          </a:ln>
        </p:spPr>
      </p:sp>
      <p:sp>
        <p:nvSpPr>
          <p:cNvPr id="25" name="">
            <a:extLst xmlns:a="http://schemas.openxmlformats.org/drawingml/2006/main">
              <a:ext uri="{FF2B5EF4-FFF2-40B4-BE49-F238E27FC236}">
                <a16:creationId xmlns:a16="http://schemas.microsoft.com/office/drawing/2014/main" id="{9CF8A6FF-A3C8-4818-B0D7-14FFF4ED4254}"/>
              </a:ext>
            </a:extLst>
          </p:cNvPr>
          <p:cNvSpPr>
            <a:spLocks xmlns:a="http://schemas.openxmlformats.org/drawingml/2006/main" noGrp="1"/>
          </p:cNvSpPr>
          <p:nvPr/>
        </p:nvSpPr>
        <p:spPr>
          <a:xfrm xmlns:a="http://schemas.openxmlformats.org/drawingml/2006/main">
            <a:off x="5088000" y="6235200"/>
            <a:ext cx="18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0D69B3"/>
                </a:solidFill>
                <a:latin typeface="Aptos"/>
                <a:ea typeface="Aptos"/>
                <a:cs typeface="Aptos"/>
              </a:defRPr>
            </a:defPPr>
            <a:lvl1pPr>
              <a:defRPr sz="1000" b="1">
                <a:solidFill>
                  <a:srgbClr val="0D69B3"/>
                </a:solidFill>
                <a:latin typeface="Aptos"/>
                <a:ea typeface="Aptos"/>
                <a:cs typeface="Aptos"/>
              </a:defRPr>
            </a:lvl1pPr>
            <a:lvl2pPr>
              <a:defRPr sz="1000" b="1">
                <a:solidFill>
                  <a:srgbClr val="0D69B3"/>
                </a:solidFill>
                <a:latin typeface="Aptos"/>
                <a:ea typeface="Aptos"/>
                <a:cs typeface="Aptos"/>
              </a:defRPr>
            </a:lvl2pPr>
            <a:lvl3pPr>
              <a:defRPr sz="1000" b="1">
                <a:solidFill>
                  <a:srgbClr val="0D69B3"/>
                </a:solidFill>
                <a:latin typeface="Aptos"/>
                <a:ea typeface="Aptos"/>
                <a:cs typeface="Aptos"/>
              </a:defRPr>
            </a:lvl3pPr>
            <a:lvl4pPr>
              <a:defRPr sz="1000" b="1">
                <a:solidFill>
                  <a:srgbClr val="0D69B3"/>
                </a:solidFill>
                <a:latin typeface="Aptos"/>
                <a:ea typeface="Aptos"/>
                <a:cs typeface="Aptos"/>
              </a:defRPr>
            </a:lvl4pPr>
            <a:lvl5pPr>
              <a:defRPr sz="1000" b="1">
                <a:solidFill>
                  <a:srgbClr val="0D69B3"/>
                </a:solidFill>
                <a:latin typeface="Aptos"/>
                <a:ea typeface="Aptos"/>
                <a:cs typeface="Aptos"/>
              </a:defRPr>
            </a:lvl5pPr>
            <a:lvl6pPr>
              <a:defRPr sz="1000" b="1">
                <a:solidFill>
                  <a:srgbClr val="0D69B3"/>
                </a:solidFill>
                <a:latin typeface="Aptos"/>
                <a:ea typeface="Aptos"/>
                <a:cs typeface="Aptos"/>
              </a:defRPr>
            </a:lvl6pPr>
            <a:lvl7pPr>
              <a:defRPr sz="1000" b="1">
                <a:solidFill>
                  <a:srgbClr val="0D69B3"/>
                </a:solidFill>
                <a:latin typeface="Aptos"/>
                <a:ea typeface="Aptos"/>
                <a:cs typeface="Aptos"/>
              </a:defRPr>
            </a:lvl7pPr>
            <a:lvl8pPr>
              <a:defRPr sz="1000" b="1">
                <a:solidFill>
                  <a:srgbClr val="0D69B3"/>
                </a:solidFill>
                <a:latin typeface="Aptos"/>
                <a:ea typeface="Aptos"/>
                <a:cs typeface="Aptos"/>
              </a:defRPr>
            </a:lvl8pPr>
            <a:lvl9pPr>
              <a:defRPr sz="1000" b="1">
                <a:solidFill>
                  <a:srgbClr val="0D69B3"/>
                </a:solidFill>
                <a:latin typeface="Aptos"/>
                <a:ea typeface="Aptos"/>
                <a:cs typeface="Aptos"/>
              </a:defRPr>
            </a:lvl9pPr>
          </a:lstStyle>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Monthly handover</a:t>
            </a:r>
          </a:p>
        </p:txBody>
      </p:sp>
      <p:sp>
        <p:nvSpPr>
          <p:cNvPr id="28" name="">
            <a:extLst xmlns:a="http://schemas.openxmlformats.org/drawingml/2006/main">
              <a:ext uri="{FF2B5EF4-FFF2-40B4-BE49-F238E27FC236}">
                <a16:creationId xmlns:a16="http://schemas.microsoft.com/office/drawing/2014/main" id="{EA215381-955F-4A38-B8F5-A0DC1BFB81D0}"/>
              </a:ext>
            </a:extLst>
          </p:cNvPr>
          <p:cNvSpPr>
            <a:spLocks xmlns:a="http://schemas.openxmlformats.org/drawingml/2006/main" noGrp="1"/>
          </p:cNvSpPr>
          <p:nvPr/>
        </p:nvSpPr>
        <p:spPr>
          <a:xfrm xmlns:a="http://schemas.openxmlformats.org/drawingml/2006/main">
            <a:off x="504000" y="6840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142C48"/>
                </a:solidFill>
                <a:latin typeface="Aptos"/>
                <a:ea typeface="Aptos"/>
                <a:cs typeface="Aptos"/>
              </a:defRPr>
            </a:defPPr>
            <a:lvl1pPr>
              <a:defRPr sz="1050" b="1">
                <a:solidFill>
                  <a:srgbClr val="142C48"/>
                </a:solidFill>
                <a:latin typeface="Aptos"/>
                <a:ea typeface="Aptos"/>
                <a:cs typeface="Aptos"/>
              </a:defRPr>
            </a:lvl1pPr>
            <a:lvl2pPr>
              <a:defRPr sz="1050" b="1">
                <a:solidFill>
                  <a:srgbClr val="142C48"/>
                </a:solidFill>
                <a:latin typeface="Aptos"/>
                <a:ea typeface="Aptos"/>
                <a:cs typeface="Aptos"/>
              </a:defRPr>
            </a:lvl2pPr>
            <a:lvl3pPr>
              <a:defRPr sz="1050" b="1">
                <a:solidFill>
                  <a:srgbClr val="142C48"/>
                </a:solidFill>
                <a:latin typeface="Aptos"/>
                <a:ea typeface="Aptos"/>
                <a:cs typeface="Aptos"/>
              </a:defRPr>
            </a:lvl3pPr>
            <a:lvl4pPr>
              <a:defRPr sz="1050" b="1">
                <a:solidFill>
                  <a:srgbClr val="142C48"/>
                </a:solidFill>
                <a:latin typeface="Aptos"/>
                <a:ea typeface="Aptos"/>
                <a:cs typeface="Aptos"/>
              </a:defRPr>
            </a:lvl4pPr>
            <a:lvl5pPr>
              <a:defRPr sz="1050" b="1">
                <a:solidFill>
                  <a:srgbClr val="142C48"/>
                </a:solidFill>
                <a:latin typeface="Aptos"/>
                <a:ea typeface="Aptos"/>
                <a:cs typeface="Aptos"/>
              </a:defRPr>
            </a:lvl5pPr>
            <a:lvl6pPr>
              <a:defRPr sz="1050" b="1">
                <a:solidFill>
                  <a:srgbClr val="142C48"/>
                </a:solidFill>
                <a:latin typeface="Aptos"/>
                <a:ea typeface="Aptos"/>
                <a:cs typeface="Aptos"/>
              </a:defRPr>
            </a:lvl6pPr>
            <a:lvl7pPr>
              <a:defRPr sz="1050" b="1">
                <a:solidFill>
                  <a:srgbClr val="142C48"/>
                </a:solidFill>
                <a:latin typeface="Aptos"/>
                <a:ea typeface="Aptos"/>
                <a:cs typeface="Aptos"/>
              </a:defRPr>
            </a:lvl7pPr>
            <a:lvl8pPr>
              <a:defRPr sz="1050" b="1">
                <a:solidFill>
                  <a:srgbClr val="142C48"/>
                </a:solidFill>
                <a:latin typeface="Aptos"/>
                <a:ea typeface="Aptos"/>
                <a:cs typeface="Aptos"/>
              </a:defRPr>
            </a:lvl8pPr>
            <a:lvl9pPr>
              <a:defRPr sz="1050" b="1">
                <a:solidFill>
                  <a:srgbClr val="142C48"/>
                </a:solidFill>
                <a:latin typeface="Aptos"/>
                <a:ea typeface="Aptos"/>
                <a:cs typeface="Aptos"/>
              </a:defRPr>
            </a:lvl9pPr>
          </a:lstStyle>
          <a:p xmlns:a="http://schemas.openxmlformats.org/drawingml/2006/main">
            <a:pPr>
              <a:defRPr sz="1050" b="1">
                <a:solidFill>
                  <a:srgbClr val="142C48"/>
                </a:solidFill>
                <a:latin typeface="Aptos"/>
                <a:ea typeface="Aptos"/>
                <a:cs typeface="Aptos"/>
              </a:defRPr>
            </a:pPr>
            <a:r>
              <a:rPr sz="1050" b="1">
                <a:solidFill>
                  <a:srgbClr val="142C48"/>
                </a:solidFill>
                <a:latin typeface="Aptos"/>
                <a:ea typeface="Aptos"/>
                <a:cs typeface="Aptos"/>
              </a:rPr>
              <a:t>Unclear approach</a:t>
            </a:r>
          </a:p>
        </p:txBody>
      </p:sp>
      <p:sp>
        <p:nvSpPr>
          <p:cNvPr id="29" name="">
            <a:extLst xmlns:a="http://schemas.openxmlformats.org/drawingml/2006/main">
              <a:ext uri="{FF2B5EF4-FFF2-40B4-BE49-F238E27FC236}">
                <a16:creationId xmlns:a16="http://schemas.microsoft.com/office/drawing/2014/main" id="{F81A9294-8A57-4FCD-9736-57CAEF9980EC}"/>
              </a:ext>
            </a:extLst>
          </p:cNvPr>
          <p:cNvSpPr>
            <a:spLocks xmlns:a="http://schemas.openxmlformats.org/drawingml/2006/main" noGrp="1"/>
          </p:cNvSpPr>
          <p:nvPr/>
        </p:nvSpPr>
        <p:spPr>
          <a:xfrm xmlns:a="http://schemas.openxmlformats.org/drawingml/2006/main">
            <a:off x="2340000" y="6840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0D69B3"/>
                </a:solidFill>
                <a:latin typeface="Aptos"/>
                <a:ea typeface="Aptos"/>
                <a:cs typeface="Aptos"/>
              </a:defRPr>
            </a:defPPr>
            <a:lvl1pPr>
              <a:defRPr sz="1050" b="0">
                <a:solidFill>
                  <a:srgbClr val="0D69B3"/>
                </a:solidFill>
                <a:latin typeface="Aptos"/>
                <a:ea typeface="Aptos"/>
                <a:cs typeface="Aptos"/>
              </a:defRPr>
            </a:lvl1pPr>
            <a:lvl2pPr>
              <a:defRPr sz="1050" b="0">
                <a:solidFill>
                  <a:srgbClr val="0D69B3"/>
                </a:solidFill>
                <a:latin typeface="Aptos"/>
                <a:ea typeface="Aptos"/>
                <a:cs typeface="Aptos"/>
              </a:defRPr>
            </a:lvl2pPr>
            <a:lvl3pPr>
              <a:defRPr sz="1050" b="0">
                <a:solidFill>
                  <a:srgbClr val="0D69B3"/>
                </a:solidFill>
                <a:latin typeface="Aptos"/>
                <a:ea typeface="Aptos"/>
                <a:cs typeface="Aptos"/>
              </a:defRPr>
            </a:lvl3pPr>
            <a:lvl4pPr>
              <a:defRPr sz="1050" b="0">
                <a:solidFill>
                  <a:srgbClr val="0D69B3"/>
                </a:solidFill>
                <a:latin typeface="Aptos"/>
                <a:ea typeface="Aptos"/>
                <a:cs typeface="Aptos"/>
              </a:defRPr>
            </a:lvl4pPr>
            <a:lvl5pPr>
              <a:defRPr sz="1050" b="0">
                <a:solidFill>
                  <a:srgbClr val="0D69B3"/>
                </a:solidFill>
                <a:latin typeface="Aptos"/>
                <a:ea typeface="Aptos"/>
                <a:cs typeface="Aptos"/>
              </a:defRPr>
            </a:lvl5pPr>
            <a:lvl6pPr>
              <a:defRPr sz="1050" b="0">
                <a:solidFill>
                  <a:srgbClr val="0D69B3"/>
                </a:solidFill>
                <a:latin typeface="Aptos"/>
                <a:ea typeface="Aptos"/>
                <a:cs typeface="Aptos"/>
              </a:defRPr>
            </a:lvl6pPr>
            <a:lvl7pPr>
              <a:defRPr sz="1050" b="0">
                <a:solidFill>
                  <a:srgbClr val="0D69B3"/>
                </a:solidFill>
                <a:latin typeface="Aptos"/>
                <a:ea typeface="Aptos"/>
                <a:cs typeface="Aptos"/>
              </a:defRPr>
            </a:lvl7pPr>
            <a:lvl8pPr>
              <a:defRPr sz="1050" b="0">
                <a:solidFill>
                  <a:srgbClr val="0D69B3"/>
                </a:solidFill>
                <a:latin typeface="Aptos"/>
                <a:ea typeface="Aptos"/>
                <a:cs typeface="Aptos"/>
              </a:defRPr>
            </a:lvl8pPr>
            <a:lvl9pPr>
              <a:defRPr sz="1050" b="0">
                <a:solidFill>
                  <a:srgbClr val="0D69B3"/>
                </a:solidFill>
                <a:latin typeface="Aptos"/>
                <a:ea typeface="Aptos"/>
                <a:cs typeface="Aptos"/>
              </a:defRPr>
            </a:lvl9pPr>
          </a:lstStyle>
          <a:p xmlns:a="http://schemas.openxmlformats.org/drawingml/2006/main">
            <a:pPr>
              <a:defRPr sz="1050" b="0">
                <a:solidFill>
                  <a:srgbClr val="0D69B3"/>
                </a:solidFill>
                <a:latin typeface="Aptos"/>
                <a:ea typeface="Aptos"/>
                <a:cs typeface="Aptos"/>
              </a:defRPr>
            </a:pPr>
            <a:r>
              <a:rPr sz="1050" b="0">
                <a:solidFill>
                  <a:srgbClr val="0D69B3"/>
                </a:solidFill>
                <a:latin typeface="Aptos"/>
                <a:ea typeface="Aptos"/>
                <a:cs typeface="Aptos"/>
              </a:rPr>
              <a:t>Why might this customer churn?</a:t>
            </a:r>
          </a:p>
        </p:txBody>
      </p:sp>
      <p:sp>
        <p:nvSpPr>
          <p:cNvPr id="30" name="">
            <a:extLst xmlns:a="http://schemas.openxmlformats.org/drawingml/2006/main">
              <a:ext uri="{FF2B5EF4-FFF2-40B4-BE49-F238E27FC236}">
                <a16:creationId xmlns:a16="http://schemas.microsoft.com/office/drawing/2014/main" id="{ADD654B6-F809-43ED-BEF6-05B393126626}"/>
              </a:ext>
            </a:extLst>
          </p:cNvPr>
          <p:cNvSpPr>
            <a:spLocks xmlns:a="http://schemas.openxmlformats.org/drawingml/2006/main" noGrp="1"/>
          </p:cNvSpPr>
          <p:nvPr/>
        </p:nvSpPr>
        <p:spPr>
          <a:xfrm xmlns:a="http://schemas.openxmlformats.org/drawingml/2006/main">
            <a:off x="504000" y="7200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142C48"/>
                </a:solidFill>
                <a:latin typeface="Aptos"/>
                <a:ea typeface="Aptos"/>
                <a:cs typeface="Aptos"/>
              </a:defRPr>
            </a:defPPr>
            <a:lvl1pPr>
              <a:defRPr sz="1050" b="1">
                <a:solidFill>
                  <a:srgbClr val="142C48"/>
                </a:solidFill>
                <a:latin typeface="Aptos"/>
                <a:ea typeface="Aptos"/>
                <a:cs typeface="Aptos"/>
              </a:defRPr>
            </a:lvl1pPr>
            <a:lvl2pPr>
              <a:defRPr sz="1050" b="1">
                <a:solidFill>
                  <a:srgbClr val="142C48"/>
                </a:solidFill>
                <a:latin typeface="Aptos"/>
                <a:ea typeface="Aptos"/>
                <a:cs typeface="Aptos"/>
              </a:defRPr>
            </a:lvl2pPr>
            <a:lvl3pPr>
              <a:defRPr sz="1050" b="1">
                <a:solidFill>
                  <a:srgbClr val="142C48"/>
                </a:solidFill>
                <a:latin typeface="Aptos"/>
                <a:ea typeface="Aptos"/>
                <a:cs typeface="Aptos"/>
              </a:defRPr>
            </a:lvl3pPr>
            <a:lvl4pPr>
              <a:defRPr sz="1050" b="1">
                <a:solidFill>
                  <a:srgbClr val="142C48"/>
                </a:solidFill>
                <a:latin typeface="Aptos"/>
                <a:ea typeface="Aptos"/>
                <a:cs typeface="Aptos"/>
              </a:defRPr>
            </a:lvl4pPr>
            <a:lvl5pPr>
              <a:defRPr sz="1050" b="1">
                <a:solidFill>
                  <a:srgbClr val="142C48"/>
                </a:solidFill>
                <a:latin typeface="Aptos"/>
                <a:ea typeface="Aptos"/>
                <a:cs typeface="Aptos"/>
              </a:defRPr>
            </a:lvl5pPr>
            <a:lvl6pPr>
              <a:defRPr sz="1050" b="1">
                <a:solidFill>
                  <a:srgbClr val="142C48"/>
                </a:solidFill>
                <a:latin typeface="Aptos"/>
                <a:ea typeface="Aptos"/>
                <a:cs typeface="Aptos"/>
              </a:defRPr>
            </a:lvl6pPr>
            <a:lvl7pPr>
              <a:defRPr sz="1050" b="1">
                <a:solidFill>
                  <a:srgbClr val="142C48"/>
                </a:solidFill>
                <a:latin typeface="Aptos"/>
                <a:ea typeface="Aptos"/>
                <a:cs typeface="Aptos"/>
              </a:defRPr>
            </a:lvl7pPr>
            <a:lvl8pPr>
              <a:defRPr sz="1050" b="1">
                <a:solidFill>
                  <a:srgbClr val="142C48"/>
                </a:solidFill>
                <a:latin typeface="Aptos"/>
                <a:ea typeface="Aptos"/>
                <a:cs typeface="Aptos"/>
              </a:defRPr>
            </a:lvl8pPr>
            <a:lvl9pPr>
              <a:defRPr sz="1050" b="1">
                <a:solidFill>
                  <a:srgbClr val="142C48"/>
                </a:solidFill>
                <a:latin typeface="Aptos"/>
                <a:ea typeface="Aptos"/>
                <a:cs typeface="Aptos"/>
              </a:defRPr>
            </a:lvl9pPr>
          </a:lstStyle>
          <a:p xmlns:a="http://schemas.openxmlformats.org/drawingml/2006/main">
            <a:pPr>
              <a:defRPr sz="1050" b="1">
                <a:solidFill>
                  <a:srgbClr val="142C48"/>
                </a:solidFill>
                <a:latin typeface="Aptos"/>
                <a:ea typeface="Aptos"/>
                <a:cs typeface="Aptos"/>
              </a:defRPr>
            </a:pPr>
            <a:r>
              <a:rPr sz="1050" b="1">
                <a:solidFill>
                  <a:srgbClr val="142C48"/>
                </a:solidFill>
                <a:latin typeface="Aptos"/>
                <a:ea typeface="Aptos"/>
                <a:cs typeface="Aptos"/>
              </a:rPr>
              <a:t>Late contact</a:t>
            </a:r>
          </a:p>
        </p:txBody>
      </p:sp>
      <p:sp>
        <p:nvSpPr>
          <p:cNvPr id="31" name="">
            <a:extLst xmlns:a="http://schemas.openxmlformats.org/drawingml/2006/main">
              <a:ext uri="{FF2B5EF4-FFF2-40B4-BE49-F238E27FC236}">
                <a16:creationId xmlns:a16="http://schemas.microsoft.com/office/drawing/2014/main" id="{24E74616-EDA9-45DE-AA7D-8F156B3237C5}"/>
              </a:ext>
            </a:extLst>
          </p:cNvPr>
          <p:cNvSpPr>
            <a:spLocks xmlns:a="http://schemas.openxmlformats.org/drawingml/2006/main" noGrp="1"/>
          </p:cNvSpPr>
          <p:nvPr/>
        </p:nvSpPr>
        <p:spPr>
          <a:xfrm xmlns:a="http://schemas.openxmlformats.org/drawingml/2006/main">
            <a:off x="2340000" y="7200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0D69B3"/>
                </a:solidFill>
                <a:latin typeface="Aptos"/>
                <a:ea typeface="Aptos"/>
                <a:cs typeface="Aptos"/>
              </a:defRPr>
            </a:defPPr>
            <a:lvl1pPr>
              <a:defRPr sz="1050" b="0">
                <a:solidFill>
                  <a:srgbClr val="0D69B3"/>
                </a:solidFill>
                <a:latin typeface="Aptos"/>
                <a:ea typeface="Aptos"/>
                <a:cs typeface="Aptos"/>
              </a:defRPr>
            </a:lvl1pPr>
            <a:lvl2pPr>
              <a:defRPr sz="1050" b="0">
                <a:solidFill>
                  <a:srgbClr val="0D69B3"/>
                </a:solidFill>
                <a:latin typeface="Aptos"/>
                <a:ea typeface="Aptos"/>
                <a:cs typeface="Aptos"/>
              </a:defRPr>
            </a:lvl2pPr>
            <a:lvl3pPr>
              <a:defRPr sz="1050" b="0">
                <a:solidFill>
                  <a:srgbClr val="0D69B3"/>
                </a:solidFill>
                <a:latin typeface="Aptos"/>
                <a:ea typeface="Aptos"/>
                <a:cs typeface="Aptos"/>
              </a:defRPr>
            </a:lvl3pPr>
            <a:lvl4pPr>
              <a:defRPr sz="1050" b="0">
                <a:solidFill>
                  <a:srgbClr val="0D69B3"/>
                </a:solidFill>
                <a:latin typeface="Aptos"/>
                <a:ea typeface="Aptos"/>
                <a:cs typeface="Aptos"/>
              </a:defRPr>
            </a:lvl4pPr>
            <a:lvl5pPr>
              <a:defRPr sz="1050" b="0">
                <a:solidFill>
                  <a:srgbClr val="0D69B3"/>
                </a:solidFill>
                <a:latin typeface="Aptos"/>
                <a:ea typeface="Aptos"/>
                <a:cs typeface="Aptos"/>
              </a:defRPr>
            </a:lvl5pPr>
            <a:lvl6pPr>
              <a:defRPr sz="1050" b="0">
                <a:solidFill>
                  <a:srgbClr val="0D69B3"/>
                </a:solidFill>
                <a:latin typeface="Aptos"/>
                <a:ea typeface="Aptos"/>
                <a:cs typeface="Aptos"/>
              </a:defRPr>
            </a:lvl6pPr>
            <a:lvl7pPr>
              <a:defRPr sz="1050" b="0">
                <a:solidFill>
                  <a:srgbClr val="0D69B3"/>
                </a:solidFill>
                <a:latin typeface="Aptos"/>
                <a:ea typeface="Aptos"/>
                <a:cs typeface="Aptos"/>
              </a:defRPr>
            </a:lvl7pPr>
            <a:lvl8pPr>
              <a:defRPr sz="1050" b="0">
                <a:solidFill>
                  <a:srgbClr val="0D69B3"/>
                </a:solidFill>
                <a:latin typeface="Aptos"/>
                <a:ea typeface="Aptos"/>
                <a:cs typeface="Aptos"/>
              </a:defRPr>
            </a:lvl8pPr>
            <a:lvl9pPr>
              <a:defRPr sz="1050" b="0">
                <a:solidFill>
                  <a:srgbClr val="0D69B3"/>
                </a:solidFill>
                <a:latin typeface="Aptos"/>
                <a:ea typeface="Aptos"/>
                <a:cs typeface="Aptos"/>
              </a:defRPr>
            </a:lvl9pPr>
          </a:lstStyle>
          <a:p xmlns:a="http://schemas.openxmlformats.org/drawingml/2006/main">
            <a:pPr>
              <a:defRPr sz="1050" b="0">
                <a:solidFill>
                  <a:srgbClr val="0D69B3"/>
                </a:solidFill>
                <a:latin typeface="Aptos"/>
                <a:ea typeface="Aptos"/>
                <a:cs typeface="Aptos"/>
              </a:defRPr>
            </a:pPr>
            <a:r>
              <a:rPr sz="1050" b="0">
                <a:solidFill>
                  <a:srgbClr val="0D69B3"/>
                </a:solidFill>
                <a:latin typeface="Aptos"/>
                <a:ea typeface="Aptos"/>
                <a:cs typeface="Aptos"/>
              </a:rPr>
              <a:t>Who needs attention first?</a:t>
            </a:r>
          </a:p>
        </p:txBody>
      </p:sp>
      <p:sp>
        <p:nvSpPr>
          <p:cNvPr id="32" name="">
            <a:extLst xmlns:a="http://schemas.openxmlformats.org/drawingml/2006/main">
              <a:ext uri="{FF2B5EF4-FFF2-40B4-BE49-F238E27FC236}">
                <a16:creationId xmlns:a16="http://schemas.microsoft.com/office/drawing/2014/main" id="{0FC99AEC-D9D2-449C-88AD-9E6048430BCB}"/>
              </a:ext>
            </a:extLst>
          </p:cNvPr>
          <p:cNvSpPr>
            <a:spLocks xmlns:a="http://schemas.openxmlformats.org/drawingml/2006/main" noGrp="1"/>
          </p:cNvSpPr>
          <p:nvPr/>
        </p:nvSpPr>
        <p:spPr>
          <a:xfrm xmlns:a="http://schemas.openxmlformats.org/drawingml/2006/main">
            <a:off x="504000" y="7560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1">
                <a:solidFill>
                  <a:srgbClr val="142C48"/>
                </a:solidFill>
                <a:latin typeface="Aptos"/>
                <a:ea typeface="Aptos"/>
                <a:cs typeface="Aptos"/>
              </a:defRPr>
            </a:defPPr>
            <a:lvl1pPr>
              <a:defRPr sz="1050" b="1">
                <a:solidFill>
                  <a:srgbClr val="142C48"/>
                </a:solidFill>
                <a:latin typeface="Aptos"/>
                <a:ea typeface="Aptos"/>
                <a:cs typeface="Aptos"/>
              </a:defRPr>
            </a:lvl1pPr>
            <a:lvl2pPr>
              <a:defRPr sz="1050" b="1">
                <a:solidFill>
                  <a:srgbClr val="142C48"/>
                </a:solidFill>
                <a:latin typeface="Aptos"/>
                <a:ea typeface="Aptos"/>
                <a:cs typeface="Aptos"/>
              </a:defRPr>
            </a:lvl2pPr>
            <a:lvl3pPr>
              <a:defRPr sz="1050" b="1">
                <a:solidFill>
                  <a:srgbClr val="142C48"/>
                </a:solidFill>
                <a:latin typeface="Aptos"/>
                <a:ea typeface="Aptos"/>
                <a:cs typeface="Aptos"/>
              </a:defRPr>
            </a:lvl3pPr>
            <a:lvl4pPr>
              <a:defRPr sz="1050" b="1">
                <a:solidFill>
                  <a:srgbClr val="142C48"/>
                </a:solidFill>
                <a:latin typeface="Aptos"/>
                <a:ea typeface="Aptos"/>
                <a:cs typeface="Aptos"/>
              </a:defRPr>
            </a:lvl4pPr>
            <a:lvl5pPr>
              <a:defRPr sz="1050" b="1">
                <a:solidFill>
                  <a:srgbClr val="142C48"/>
                </a:solidFill>
                <a:latin typeface="Aptos"/>
                <a:ea typeface="Aptos"/>
                <a:cs typeface="Aptos"/>
              </a:defRPr>
            </a:lvl5pPr>
            <a:lvl6pPr>
              <a:defRPr sz="1050" b="1">
                <a:solidFill>
                  <a:srgbClr val="142C48"/>
                </a:solidFill>
                <a:latin typeface="Aptos"/>
                <a:ea typeface="Aptos"/>
                <a:cs typeface="Aptos"/>
              </a:defRPr>
            </a:lvl6pPr>
            <a:lvl7pPr>
              <a:defRPr sz="1050" b="1">
                <a:solidFill>
                  <a:srgbClr val="142C48"/>
                </a:solidFill>
                <a:latin typeface="Aptos"/>
                <a:ea typeface="Aptos"/>
                <a:cs typeface="Aptos"/>
              </a:defRPr>
            </a:lvl7pPr>
            <a:lvl8pPr>
              <a:defRPr sz="1050" b="1">
                <a:solidFill>
                  <a:srgbClr val="142C48"/>
                </a:solidFill>
                <a:latin typeface="Aptos"/>
                <a:ea typeface="Aptos"/>
                <a:cs typeface="Aptos"/>
              </a:defRPr>
            </a:lvl8pPr>
            <a:lvl9pPr>
              <a:defRPr sz="1050" b="1">
                <a:solidFill>
                  <a:srgbClr val="142C48"/>
                </a:solidFill>
                <a:latin typeface="Aptos"/>
                <a:ea typeface="Aptos"/>
                <a:cs typeface="Aptos"/>
              </a:defRPr>
            </a:lvl9pPr>
          </a:lstStyle>
          <a:p xmlns:a="http://schemas.openxmlformats.org/drawingml/2006/main">
            <a:pPr>
              <a:defRPr sz="1050" b="1">
                <a:solidFill>
                  <a:srgbClr val="142C48"/>
                </a:solidFill>
                <a:latin typeface="Aptos"/>
                <a:ea typeface="Aptos"/>
                <a:cs typeface="Aptos"/>
              </a:defRPr>
            </a:pPr>
            <a:r>
              <a:rPr sz="1050" b="1">
                <a:solidFill>
                  <a:srgbClr val="142C48"/>
                </a:solidFill>
                <a:latin typeface="Aptos"/>
                <a:ea typeface="Aptos"/>
                <a:cs typeface="Aptos"/>
              </a:rPr>
              <a:t>Unresolved issue</a:t>
            </a:r>
          </a:p>
        </p:txBody>
      </p:sp>
      <p:sp>
        <p:nvSpPr>
          <p:cNvPr id="33" name="">
            <a:extLst xmlns:a="http://schemas.openxmlformats.org/drawingml/2006/main">
              <a:ext uri="{FF2B5EF4-FFF2-40B4-BE49-F238E27FC236}">
                <a16:creationId xmlns:a16="http://schemas.microsoft.com/office/drawing/2014/main" id="{C6D235A2-C90B-495A-B5F6-12D24DA29CE7}"/>
              </a:ext>
            </a:extLst>
          </p:cNvPr>
          <p:cNvSpPr>
            <a:spLocks xmlns:a="http://schemas.openxmlformats.org/drawingml/2006/main" noGrp="1"/>
          </p:cNvSpPr>
          <p:nvPr/>
        </p:nvSpPr>
        <p:spPr>
          <a:xfrm xmlns:a="http://schemas.openxmlformats.org/drawingml/2006/main">
            <a:off x="2340000" y="7560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0D69B3"/>
                </a:solidFill>
                <a:latin typeface="Aptos"/>
                <a:ea typeface="Aptos"/>
                <a:cs typeface="Aptos"/>
              </a:defRPr>
            </a:defPPr>
            <a:lvl1pPr>
              <a:defRPr sz="1050" b="0">
                <a:solidFill>
                  <a:srgbClr val="0D69B3"/>
                </a:solidFill>
                <a:latin typeface="Aptos"/>
                <a:ea typeface="Aptos"/>
                <a:cs typeface="Aptos"/>
              </a:defRPr>
            </a:lvl1pPr>
            <a:lvl2pPr>
              <a:defRPr sz="1050" b="0">
                <a:solidFill>
                  <a:srgbClr val="0D69B3"/>
                </a:solidFill>
                <a:latin typeface="Aptos"/>
                <a:ea typeface="Aptos"/>
                <a:cs typeface="Aptos"/>
              </a:defRPr>
            </a:lvl2pPr>
            <a:lvl3pPr>
              <a:defRPr sz="1050" b="0">
                <a:solidFill>
                  <a:srgbClr val="0D69B3"/>
                </a:solidFill>
                <a:latin typeface="Aptos"/>
                <a:ea typeface="Aptos"/>
                <a:cs typeface="Aptos"/>
              </a:defRPr>
            </a:lvl3pPr>
            <a:lvl4pPr>
              <a:defRPr sz="1050" b="0">
                <a:solidFill>
                  <a:srgbClr val="0D69B3"/>
                </a:solidFill>
                <a:latin typeface="Aptos"/>
                <a:ea typeface="Aptos"/>
                <a:cs typeface="Aptos"/>
              </a:defRPr>
            </a:lvl4pPr>
            <a:lvl5pPr>
              <a:defRPr sz="1050" b="0">
                <a:solidFill>
                  <a:srgbClr val="0D69B3"/>
                </a:solidFill>
                <a:latin typeface="Aptos"/>
                <a:ea typeface="Aptos"/>
                <a:cs typeface="Aptos"/>
              </a:defRPr>
            </a:lvl5pPr>
            <a:lvl6pPr>
              <a:defRPr sz="1050" b="0">
                <a:solidFill>
                  <a:srgbClr val="0D69B3"/>
                </a:solidFill>
                <a:latin typeface="Aptos"/>
                <a:ea typeface="Aptos"/>
                <a:cs typeface="Aptos"/>
              </a:defRPr>
            </a:lvl6pPr>
            <a:lvl7pPr>
              <a:defRPr sz="1050" b="0">
                <a:solidFill>
                  <a:srgbClr val="0D69B3"/>
                </a:solidFill>
                <a:latin typeface="Aptos"/>
                <a:ea typeface="Aptos"/>
                <a:cs typeface="Aptos"/>
              </a:defRPr>
            </a:lvl7pPr>
            <a:lvl8pPr>
              <a:defRPr sz="1050" b="0">
                <a:solidFill>
                  <a:srgbClr val="0D69B3"/>
                </a:solidFill>
                <a:latin typeface="Aptos"/>
                <a:ea typeface="Aptos"/>
                <a:cs typeface="Aptos"/>
              </a:defRPr>
            </a:lvl8pPr>
            <a:lvl9pPr>
              <a:defRPr sz="1050" b="0">
                <a:solidFill>
                  <a:srgbClr val="0D69B3"/>
                </a:solidFill>
                <a:latin typeface="Aptos"/>
                <a:ea typeface="Aptos"/>
                <a:cs typeface="Aptos"/>
              </a:defRPr>
            </a:lvl9pPr>
          </a:lstStyle>
          <a:p xmlns:a="http://schemas.openxmlformats.org/drawingml/2006/main">
            <a:pPr>
              <a:defRPr sz="1050" b="0">
                <a:solidFill>
                  <a:srgbClr val="0D69B3"/>
                </a:solidFill>
                <a:latin typeface="Aptos"/>
                <a:ea typeface="Aptos"/>
                <a:cs typeface="Aptos"/>
              </a:defRPr>
            </a:pPr>
            <a:r>
              <a:rPr sz="1050" b="0">
                <a:solidFill>
                  <a:srgbClr val="0D69B3"/>
                </a:solidFill>
                <a:latin typeface="Aptos"/>
                <a:ea typeface="Aptos"/>
                <a:cs typeface="Aptos"/>
              </a:rPr>
              <a:t>What action or handoff is needed?</a:t>
            </a:r>
          </a:p>
        </p:txBody>
      </p:sp>
      <p:sp>
        <p:nvSpPr>
          <p:cNvPr id="34" name="">
            <a:extLst xmlns:a="http://schemas.openxmlformats.org/drawingml/2006/main">
              <a:ext uri="{FF2B5EF4-FFF2-40B4-BE49-F238E27FC236}">
                <a16:creationId xmlns:a16="http://schemas.microsoft.com/office/drawing/2014/main" id="{435BC3C8-D90F-40D2-A42F-FF00F3F47B3D}"/>
              </a:ext>
            </a:extLst>
          </p:cNvPr>
          <p:cNvSpPr>
            <a:spLocks xmlns:a="http://schemas.openxmlformats.org/drawingml/2006/main" noGrp="1"/>
          </p:cNvSpPr>
          <p:nvPr/>
        </p:nvSpPr>
        <p:spPr>
          <a:xfrm xmlns:a="http://schemas.openxmlformats.org/drawingml/2006/main">
            <a:off x="504000" y="8064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Agents choose care actions. Supervisors assign and monitor cases.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Data Analytics evaluates utility. Technical Support investigates service issues.</a:t>
            </a:r>
          </a:p>
        </p:txBody>
      </p:sp>
      <p:sp>
        <p:nvSpPr>
          <p:cNvPr id="35" name="">
            <a:extLst xmlns:a="http://schemas.openxmlformats.org/drawingml/2006/main">
              <a:ext uri="{FF2B5EF4-FFF2-40B4-BE49-F238E27FC236}">
                <a16:creationId xmlns:a16="http://schemas.microsoft.com/office/drawing/2014/main" id="{4613CDFC-1FAC-4FB2-8DEB-D6EC79E655AF}"/>
              </a:ext>
            </a:extLst>
          </p:cNvPr>
          <p:cNvSpPr>
            <a:spLocks xmlns:a="http://schemas.openxmlformats.org/drawingml/2006/main" noGrp="1"/>
          </p:cNvSpPr>
          <p:nvPr/>
        </p:nvSpPr>
        <p:spPr>
          <a:xfrm xmlns:a="http://schemas.openxmlformats.org/drawingml/2006/main">
            <a:off x="504000" y="8748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266C1A7-EE90-4A90-9AA5-CE9664B7A3FE}"/>
              </a:ext>
            </a:extLst>
          </p:cNvPr>
          <p:cNvSpPr>
            <a:spLocks xmlns:a="http://schemas.openxmlformats.org/drawingml/2006/main" noGrp="1"/>
          </p:cNvSpPr>
          <p:nvPr/>
        </p:nvSpPr>
        <p:spPr>
          <a:xfrm xmlns:a="http://schemas.openxmlformats.org/drawingml/2006/main">
            <a:off x="504000" y="8928000"/>
            <a:ext cx="324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27323"/>
                </a:solidFill>
                <a:latin typeface="Aptos"/>
                <a:ea typeface="Aptos"/>
                <a:cs typeface="Aptos"/>
              </a:defRPr>
            </a:defPPr>
            <a:lvl1pPr>
              <a:defRPr sz="1800" b="1">
                <a:solidFill>
                  <a:srgbClr val="F27323"/>
                </a:solidFill>
                <a:latin typeface="Aptos"/>
                <a:ea typeface="Aptos"/>
                <a:cs typeface="Aptos"/>
              </a:defRPr>
            </a:lvl1pPr>
            <a:lvl2pPr>
              <a:defRPr sz="1800" b="1">
                <a:solidFill>
                  <a:srgbClr val="F27323"/>
                </a:solidFill>
                <a:latin typeface="Aptos"/>
                <a:ea typeface="Aptos"/>
                <a:cs typeface="Aptos"/>
              </a:defRPr>
            </a:lvl2pPr>
            <a:lvl3pPr>
              <a:defRPr sz="1800" b="1">
                <a:solidFill>
                  <a:srgbClr val="F27323"/>
                </a:solidFill>
                <a:latin typeface="Aptos"/>
                <a:ea typeface="Aptos"/>
                <a:cs typeface="Aptos"/>
              </a:defRPr>
            </a:lvl3pPr>
            <a:lvl4pPr>
              <a:defRPr sz="1800" b="1">
                <a:solidFill>
                  <a:srgbClr val="F27323"/>
                </a:solidFill>
                <a:latin typeface="Aptos"/>
                <a:ea typeface="Aptos"/>
                <a:cs typeface="Aptos"/>
              </a:defRPr>
            </a:lvl4pPr>
            <a:lvl5pPr>
              <a:defRPr sz="1800" b="1">
                <a:solidFill>
                  <a:srgbClr val="F27323"/>
                </a:solidFill>
                <a:latin typeface="Aptos"/>
                <a:ea typeface="Aptos"/>
                <a:cs typeface="Aptos"/>
              </a:defRPr>
            </a:lvl5pPr>
            <a:lvl6pPr>
              <a:defRPr sz="1800" b="1">
                <a:solidFill>
                  <a:srgbClr val="F27323"/>
                </a:solidFill>
                <a:latin typeface="Aptos"/>
                <a:ea typeface="Aptos"/>
                <a:cs typeface="Aptos"/>
              </a:defRPr>
            </a:lvl6pPr>
            <a:lvl7pPr>
              <a:defRPr sz="1800" b="1">
                <a:solidFill>
                  <a:srgbClr val="F27323"/>
                </a:solidFill>
                <a:latin typeface="Aptos"/>
                <a:ea typeface="Aptos"/>
                <a:cs typeface="Aptos"/>
              </a:defRPr>
            </a:lvl7pPr>
            <a:lvl8pPr>
              <a:defRPr sz="1800" b="1">
                <a:solidFill>
                  <a:srgbClr val="F27323"/>
                </a:solidFill>
                <a:latin typeface="Aptos"/>
                <a:ea typeface="Aptos"/>
                <a:cs typeface="Aptos"/>
              </a:defRPr>
            </a:lvl8pPr>
            <a:lvl9pPr>
              <a:defRPr sz="1800" b="1">
                <a:solidFill>
                  <a:srgbClr val="F27323"/>
                </a:solidFill>
                <a:latin typeface="Aptos"/>
                <a:ea typeface="Aptos"/>
                <a:cs typeface="Aptos"/>
              </a:defRPr>
            </a:lvl9pPr>
          </a:lstStyle>
          <a:p xmlns:a="http://schemas.openxmlformats.org/drawingml/2006/main">
            <a:pPr>
              <a:defRPr sz="1800" b="1">
                <a:solidFill>
                  <a:srgbClr val="F27323"/>
                </a:solidFill>
                <a:latin typeface="Aptos"/>
                <a:ea typeface="Aptos"/>
                <a:cs typeface="Aptos"/>
              </a:defRPr>
            </a:pPr>
            <a:r>
              <a:rPr sz="1800" b="1">
                <a:solidFill>
                  <a:srgbClr val="F27323"/>
                </a:solidFill>
                <a:latin typeface="Aptos"/>
                <a:ea typeface="Aptos"/>
                <a:cs typeface="Aptos"/>
              </a:rPr>
              <a:t>D</a:t>
            </a:r>
          </a:p>
        </p:txBody>
      </p:sp>
      <p:sp>
        <p:nvSpPr>
          <p:cNvPr id="37" name="">
            <a:extLst xmlns:a="http://schemas.openxmlformats.org/drawingml/2006/main">
              <a:ext uri="{FF2B5EF4-FFF2-40B4-BE49-F238E27FC236}">
                <a16:creationId xmlns:a16="http://schemas.microsoft.com/office/drawing/2014/main" id="{520B18EC-24A0-4F75-A4AD-B2626D0FC5DB}"/>
              </a:ext>
            </a:extLst>
          </p:cNvPr>
          <p:cNvSpPr>
            <a:spLocks xmlns:a="http://schemas.openxmlformats.org/drawingml/2006/main" noGrp="1"/>
          </p:cNvSpPr>
          <p:nvPr/>
        </p:nvSpPr>
        <p:spPr>
          <a:xfrm xmlns:a="http://schemas.openxmlformats.org/drawingml/2006/main">
            <a:off x="936000" y="8953200"/>
            <a:ext cx="6120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0D69B3"/>
                </a:solidFill>
                <a:latin typeface="Aptos"/>
                <a:ea typeface="Aptos"/>
                <a:cs typeface="Aptos"/>
              </a:defRPr>
            </a:defPPr>
            <a:lvl1pPr>
              <a:defRPr sz="1600" b="1">
                <a:solidFill>
                  <a:srgbClr val="0D69B3"/>
                </a:solidFill>
                <a:latin typeface="Aptos"/>
                <a:ea typeface="Aptos"/>
                <a:cs typeface="Aptos"/>
              </a:defRPr>
            </a:lvl1pPr>
            <a:lvl2pPr>
              <a:defRPr sz="1600" b="1">
                <a:solidFill>
                  <a:srgbClr val="0D69B3"/>
                </a:solidFill>
                <a:latin typeface="Aptos"/>
                <a:ea typeface="Aptos"/>
                <a:cs typeface="Aptos"/>
              </a:defRPr>
            </a:lvl2pPr>
            <a:lvl3pPr>
              <a:defRPr sz="1600" b="1">
                <a:solidFill>
                  <a:srgbClr val="0D69B3"/>
                </a:solidFill>
                <a:latin typeface="Aptos"/>
                <a:ea typeface="Aptos"/>
                <a:cs typeface="Aptos"/>
              </a:defRPr>
            </a:lvl3pPr>
            <a:lvl4pPr>
              <a:defRPr sz="1600" b="1">
                <a:solidFill>
                  <a:srgbClr val="0D69B3"/>
                </a:solidFill>
                <a:latin typeface="Aptos"/>
                <a:ea typeface="Aptos"/>
                <a:cs typeface="Aptos"/>
              </a:defRPr>
            </a:lvl4pPr>
            <a:lvl5pPr>
              <a:defRPr sz="1600" b="1">
                <a:solidFill>
                  <a:srgbClr val="0D69B3"/>
                </a:solidFill>
                <a:latin typeface="Aptos"/>
                <a:ea typeface="Aptos"/>
                <a:cs typeface="Aptos"/>
              </a:defRPr>
            </a:lvl5pPr>
            <a:lvl6pPr>
              <a:defRPr sz="1600" b="1">
                <a:solidFill>
                  <a:srgbClr val="0D69B3"/>
                </a:solidFill>
                <a:latin typeface="Aptos"/>
                <a:ea typeface="Aptos"/>
                <a:cs typeface="Aptos"/>
              </a:defRPr>
            </a:lvl6pPr>
            <a:lvl7pPr>
              <a:defRPr sz="1600" b="1">
                <a:solidFill>
                  <a:srgbClr val="0D69B3"/>
                </a:solidFill>
                <a:latin typeface="Aptos"/>
                <a:ea typeface="Aptos"/>
                <a:cs typeface="Aptos"/>
              </a:defRPr>
            </a:lvl7pPr>
            <a:lvl8pPr>
              <a:defRPr sz="1600" b="1">
                <a:solidFill>
                  <a:srgbClr val="0D69B3"/>
                </a:solidFill>
                <a:latin typeface="Aptos"/>
                <a:ea typeface="Aptos"/>
                <a:cs typeface="Aptos"/>
              </a:defRPr>
            </a:lvl8pPr>
            <a:lvl9pPr>
              <a:defRPr sz="1600" b="1">
                <a:solidFill>
                  <a:srgbClr val="0D69B3"/>
                </a:solidFill>
                <a:latin typeface="Aptos"/>
                <a:ea typeface="Aptos"/>
                <a:cs typeface="Aptos"/>
              </a:defRPr>
            </a:lvl9pPr>
          </a:lstStyle>
          <a:p xmlns:a="http://schemas.openxmlformats.org/drawingml/2006/main">
            <a:pPr>
              <a:defRPr sz="1600" b="1">
                <a:solidFill>
                  <a:srgbClr val="0D69B3"/>
                </a:solidFill>
                <a:latin typeface="Aptos"/>
                <a:ea typeface="Aptos"/>
                <a:cs typeface="Aptos"/>
              </a:defRPr>
            </a:pPr>
            <a:r>
              <a:rPr sz="1600" b="1">
                <a:solidFill>
                  <a:srgbClr val="0D69B3"/>
                </a:solidFill>
                <a:latin typeface="Aptos"/>
                <a:ea typeface="Aptos"/>
                <a:cs typeface="Aptos"/>
              </a:rPr>
              <a:t>Data</a:t>
            </a:r>
          </a:p>
        </p:txBody>
      </p:sp>
      <p:sp>
        <p:nvSpPr>
          <p:cNvPr id="38" name="">
            <a:extLst xmlns:a="http://schemas.openxmlformats.org/drawingml/2006/main">
              <a:ext uri="{FF2B5EF4-FFF2-40B4-BE49-F238E27FC236}">
                <a16:creationId xmlns:a16="http://schemas.microsoft.com/office/drawing/2014/main" id="{82DFDD0A-239F-4EE9-A5F1-B15E5292CC8D}"/>
              </a:ext>
            </a:extLst>
          </p:cNvPr>
          <p:cNvSpPr>
            <a:spLocks xmlns:a="http://schemas.openxmlformats.org/drawingml/2006/main" noGrp="1"/>
          </p:cNvSpPr>
          <p:nvPr/>
        </p:nvSpPr>
        <p:spPr>
          <a:xfrm xmlns:a="http://schemas.openxmlformats.org/drawingml/2006/main">
            <a:off x="504000" y="9396000"/>
            <a:ext cx="6552000" cy="75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7,043 public fictional customers, including 5,517 Internet seeds.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113,937 synthetic as-of snapshots with 127 input features.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10 October scoring batch: 2,705 customers. Customer, ML, case,</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conversation, approval, ticket and outcome records support the workflow.</a:t>
            </a:r>
          </a:p>
        </p:txBody>
      </p:sp>
      <p:sp>
        <p:nvSpPr>
          <p:cNvPr id="39" name="">
            <a:extLst xmlns:a="http://schemas.openxmlformats.org/drawingml/2006/main">
              <a:ext uri="{FF2B5EF4-FFF2-40B4-BE49-F238E27FC236}">
                <a16:creationId xmlns:a16="http://schemas.microsoft.com/office/drawing/2014/main" id="{7D443FB7-20EF-4C78-B3AA-1C2E3BC8C73B}"/>
              </a:ext>
            </a:extLst>
          </p:cNvPr>
          <p:cNvSpPr>
            <a:spLocks xmlns:a="http://schemas.openxmlformats.org/drawingml/2006/main" noGrp="1"/>
          </p:cNvSpPr>
          <p:nvPr/>
        </p:nvSpPr>
        <p:spPr>
          <a:xfrm xmlns:a="http://schemas.openxmlformats.org/drawingml/2006/main">
            <a:off x="504000" y="10224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00" b="0">
                <a:solidFill>
                  <a:srgbClr val="61738A"/>
                </a:solidFill>
                <a:latin typeface="Aptos"/>
                <a:ea typeface="Aptos"/>
                <a:cs typeface="Aptos"/>
              </a:defRPr>
            </a:defPPr>
            <a:lvl1pPr>
              <a:defRPr sz="800" b="0">
                <a:solidFill>
                  <a:srgbClr val="61738A"/>
                </a:solidFill>
                <a:latin typeface="Aptos"/>
                <a:ea typeface="Aptos"/>
                <a:cs typeface="Aptos"/>
              </a:defRPr>
            </a:lvl1pPr>
            <a:lvl2pPr>
              <a:defRPr sz="800" b="0">
                <a:solidFill>
                  <a:srgbClr val="61738A"/>
                </a:solidFill>
                <a:latin typeface="Aptos"/>
                <a:ea typeface="Aptos"/>
                <a:cs typeface="Aptos"/>
              </a:defRPr>
            </a:lvl2pPr>
            <a:lvl3pPr>
              <a:defRPr sz="800" b="0">
                <a:solidFill>
                  <a:srgbClr val="61738A"/>
                </a:solidFill>
                <a:latin typeface="Aptos"/>
                <a:ea typeface="Aptos"/>
                <a:cs typeface="Aptos"/>
              </a:defRPr>
            </a:lvl3pPr>
            <a:lvl4pPr>
              <a:defRPr sz="800" b="0">
                <a:solidFill>
                  <a:srgbClr val="61738A"/>
                </a:solidFill>
                <a:latin typeface="Aptos"/>
                <a:ea typeface="Aptos"/>
                <a:cs typeface="Aptos"/>
              </a:defRPr>
            </a:lvl4pPr>
            <a:lvl5pPr>
              <a:defRPr sz="800" b="0">
                <a:solidFill>
                  <a:srgbClr val="61738A"/>
                </a:solidFill>
                <a:latin typeface="Aptos"/>
                <a:ea typeface="Aptos"/>
                <a:cs typeface="Aptos"/>
              </a:defRPr>
            </a:lvl5pPr>
            <a:lvl6pPr>
              <a:defRPr sz="800" b="0">
                <a:solidFill>
                  <a:srgbClr val="61738A"/>
                </a:solidFill>
                <a:latin typeface="Aptos"/>
                <a:ea typeface="Aptos"/>
                <a:cs typeface="Aptos"/>
              </a:defRPr>
            </a:lvl6pPr>
            <a:lvl7pPr>
              <a:defRPr sz="800" b="0">
                <a:solidFill>
                  <a:srgbClr val="61738A"/>
                </a:solidFill>
                <a:latin typeface="Aptos"/>
                <a:ea typeface="Aptos"/>
                <a:cs typeface="Aptos"/>
              </a:defRPr>
            </a:lvl7pPr>
            <a:lvl8pPr>
              <a:defRPr sz="800" b="0">
                <a:solidFill>
                  <a:srgbClr val="61738A"/>
                </a:solidFill>
                <a:latin typeface="Aptos"/>
                <a:ea typeface="Aptos"/>
                <a:cs typeface="Aptos"/>
              </a:defRPr>
            </a:lvl8pPr>
            <a:lvl9pPr>
              <a:defRPr sz="800" b="0">
                <a:solidFill>
                  <a:srgbClr val="61738A"/>
                </a:solidFill>
                <a:latin typeface="Aptos"/>
                <a:ea typeface="Aptos"/>
                <a:cs typeface="Aptos"/>
              </a:defRPr>
            </a:lvl9pPr>
          </a:lstStyle>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Source: supplied deck, slides 2–9. Business context is internally reported.</a:t>
            </a:r>
          </a:p>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Prototype data are synthetic. Customer contact and support transport are simulated.</a:t>
            </a:r>
          </a:p>
        </p:txBody>
      </p:sp>
    </p:spTree>
    <p:extLst>
      <p:ext uri="{BB962C8B-B14F-4D97-AF65-F5344CB8AC3E}">
        <p14:creationId xmlns:p14="http://schemas.microsoft.com/office/powerpoint/2010/main" val="146134536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94F8FA9-8C23-4E6B-AE59-C5DC4B4D6A1C}"/>
              </a:ext>
            </a:extLst>
          </p:cNvPr>
          <p:cNvSpPr>
            <a:spLocks xmlns:a="http://schemas.openxmlformats.org/drawingml/2006/main" noGrp="1"/>
          </p:cNvSpPr>
          <p:nvPr/>
        </p:nvSpPr>
        <p:spPr>
          <a:xfrm xmlns:a="http://schemas.openxmlformats.org/drawingml/2006/main">
            <a:off x="504000" y="504000"/>
            <a:ext cx="504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1">
                <a:solidFill>
                  <a:srgbClr val="0D69B3"/>
                </a:solidFill>
                <a:latin typeface="Aptos"/>
                <a:ea typeface="Aptos"/>
                <a:cs typeface="Aptos"/>
              </a:defRPr>
            </a:defPPr>
            <a:lvl1pPr>
              <a:defRPr sz="850" b="1">
                <a:solidFill>
                  <a:srgbClr val="0D69B3"/>
                </a:solidFill>
                <a:latin typeface="Aptos"/>
                <a:ea typeface="Aptos"/>
                <a:cs typeface="Aptos"/>
              </a:defRPr>
            </a:lvl1pPr>
            <a:lvl2pPr>
              <a:defRPr sz="850" b="1">
                <a:solidFill>
                  <a:srgbClr val="0D69B3"/>
                </a:solidFill>
                <a:latin typeface="Aptos"/>
                <a:ea typeface="Aptos"/>
                <a:cs typeface="Aptos"/>
              </a:defRPr>
            </a:lvl2pPr>
            <a:lvl3pPr>
              <a:defRPr sz="850" b="1">
                <a:solidFill>
                  <a:srgbClr val="0D69B3"/>
                </a:solidFill>
                <a:latin typeface="Aptos"/>
                <a:ea typeface="Aptos"/>
                <a:cs typeface="Aptos"/>
              </a:defRPr>
            </a:lvl3pPr>
            <a:lvl4pPr>
              <a:defRPr sz="850" b="1">
                <a:solidFill>
                  <a:srgbClr val="0D69B3"/>
                </a:solidFill>
                <a:latin typeface="Aptos"/>
                <a:ea typeface="Aptos"/>
                <a:cs typeface="Aptos"/>
              </a:defRPr>
            </a:lvl4pPr>
            <a:lvl5pPr>
              <a:defRPr sz="850" b="1">
                <a:solidFill>
                  <a:srgbClr val="0D69B3"/>
                </a:solidFill>
                <a:latin typeface="Aptos"/>
                <a:ea typeface="Aptos"/>
                <a:cs typeface="Aptos"/>
              </a:defRPr>
            </a:lvl5pPr>
            <a:lvl6pPr>
              <a:defRPr sz="850" b="1">
                <a:solidFill>
                  <a:srgbClr val="0D69B3"/>
                </a:solidFill>
                <a:latin typeface="Aptos"/>
                <a:ea typeface="Aptos"/>
                <a:cs typeface="Aptos"/>
              </a:defRPr>
            </a:lvl6pPr>
            <a:lvl7pPr>
              <a:defRPr sz="850" b="1">
                <a:solidFill>
                  <a:srgbClr val="0D69B3"/>
                </a:solidFill>
                <a:latin typeface="Aptos"/>
                <a:ea typeface="Aptos"/>
                <a:cs typeface="Aptos"/>
              </a:defRPr>
            </a:lvl7pPr>
            <a:lvl8pPr>
              <a:defRPr sz="850" b="1">
                <a:solidFill>
                  <a:srgbClr val="0D69B3"/>
                </a:solidFill>
                <a:latin typeface="Aptos"/>
                <a:ea typeface="Aptos"/>
                <a:cs typeface="Aptos"/>
              </a:defRPr>
            </a:lvl8pPr>
            <a:lvl9pPr>
              <a:defRPr sz="850" b="1">
                <a:solidFill>
                  <a:srgbClr val="0D69B3"/>
                </a:solidFill>
                <a:latin typeface="Aptos"/>
                <a:ea typeface="Aptos"/>
                <a:cs typeface="Aptos"/>
              </a:defRPr>
            </a:lvl9pPr>
          </a:lstStyle>
          <a:p xmlns:a="http://schemas.openxmlformats.org/drawingml/2006/main">
            <a:pPr>
              <a:defRPr sz="850" b="1">
                <a:solidFill>
                  <a:srgbClr val="0D69B3"/>
                </a:solidFill>
                <a:latin typeface="Aptos"/>
                <a:ea typeface="Aptos"/>
                <a:cs typeface="Aptos"/>
              </a:defRPr>
            </a:pPr>
            <a:r>
              <a:rPr sz="85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074F08F5-51CC-4EB0-B458-CC21F86AE736}"/>
              </a:ext>
            </a:extLst>
          </p:cNvPr>
          <p:cNvSpPr>
            <a:spLocks xmlns:a="http://schemas.openxmlformats.org/drawingml/2006/main" noGrp="1"/>
          </p:cNvSpPr>
          <p:nvPr/>
        </p:nvSpPr>
        <p:spPr>
          <a:xfrm xmlns:a="http://schemas.openxmlformats.org/drawingml/2006/main">
            <a:off x="6084000" y="504000"/>
            <a:ext cx="97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0">
                <a:solidFill>
                  <a:srgbClr val="61738A"/>
                </a:solidFill>
                <a:latin typeface="Aptos"/>
                <a:ea typeface="Aptos"/>
                <a:cs typeface="Aptos"/>
              </a:defRPr>
            </a:defPPr>
            <a:lvl1pPr>
              <a:defRPr sz="850" b="0">
                <a:solidFill>
                  <a:srgbClr val="61738A"/>
                </a:solidFill>
                <a:latin typeface="Aptos"/>
                <a:ea typeface="Aptos"/>
                <a:cs typeface="Aptos"/>
              </a:defRPr>
            </a:lvl1pPr>
            <a:lvl2pPr>
              <a:defRPr sz="850" b="0">
                <a:solidFill>
                  <a:srgbClr val="61738A"/>
                </a:solidFill>
                <a:latin typeface="Aptos"/>
                <a:ea typeface="Aptos"/>
                <a:cs typeface="Aptos"/>
              </a:defRPr>
            </a:lvl2pPr>
            <a:lvl3pPr>
              <a:defRPr sz="850" b="0">
                <a:solidFill>
                  <a:srgbClr val="61738A"/>
                </a:solidFill>
                <a:latin typeface="Aptos"/>
                <a:ea typeface="Aptos"/>
                <a:cs typeface="Aptos"/>
              </a:defRPr>
            </a:lvl3pPr>
            <a:lvl4pPr>
              <a:defRPr sz="850" b="0">
                <a:solidFill>
                  <a:srgbClr val="61738A"/>
                </a:solidFill>
                <a:latin typeface="Aptos"/>
                <a:ea typeface="Aptos"/>
                <a:cs typeface="Aptos"/>
              </a:defRPr>
            </a:lvl4pPr>
            <a:lvl5pPr>
              <a:defRPr sz="850" b="0">
                <a:solidFill>
                  <a:srgbClr val="61738A"/>
                </a:solidFill>
                <a:latin typeface="Aptos"/>
                <a:ea typeface="Aptos"/>
                <a:cs typeface="Aptos"/>
              </a:defRPr>
            </a:lvl5pPr>
            <a:lvl6pPr>
              <a:defRPr sz="850" b="0">
                <a:solidFill>
                  <a:srgbClr val="61738A"/>
                </a:solidFill>
                <a:latin typeface="Aptos"/>
                <a:ea typeface="Aptos"/>
                <a:cs typeface="Aptos"/>
              </a:defRPr>
            </a:lvl6pPr>
            <a:lvl7pPr>
              <a:defRPr sz="850" b="0">
                <a:solidFill>
                  <a:srgbClr val="61738A"/>
                </a:solidFill>
                <a:latin typeface="Aptos"/>
                <a:ea typeface="Aptos"/>
                <a:cs typeface="Aptos"/>
              </a:defRPr>
            </a:lvl7pPr>
            <a:lvl8pPr>
              <a:defRPr sz="850" b="0">
                <a:solidFill>
                  <a:srgbClr val="61738A"/>
                </a:solidFill>
                <a:latin typeface="Aptos"/>
                <a:ea typeface="Aptos"/>
                <a:cs typeface="Aptos"/>
              </a:defRPr>
            </a:lvl8pPr>
            <a:lvl9pPr>
              <a:defRPr sz="850" b="0">
                <a:solidFill>
                  <a:srgbClr val="61738A"/>
                </a:solidFill>
                <a:latin typeface="Aptos"/>
                <a:ea typeface="Aptos"/>
                <a:cs typeface="Aptos"/>
              </a:defRPr>
            </a:lvl9pPr>
          </a:lstStyle>
          <a:p xmlns:a="http://schemas.openxmlformats.org/drawingml/2006/main">
            <a:pPr>
              <a:defRPr sz="850" b="0">
                <a:solidFill>
                  <a:srgbClr val="61738A"/>
                </a:solidFill>
                <a:latin typeface="Aptos"/>
                <a:ea typeface="Aptos"/>
                <a:cs typeface="Aptos"/>
              </a:defRPr>
            </a:pPr>
            <a:r>
              <a:rPr sz="850" b="0">
                <a:solidFill>
                  <a:srgbClr val="61738A"/>
                </a:solidFill>
                <a:latin typeface="Aptos"/>
                <a:ea typeface="Aptos"/>
                <a:cs typeface="Aptos"/>
              </a:rPr>
              <a:t>MT   3/6</a:t>
            </a:r>
          </a:p>
        </p:txBody>
      </p:sp>
      <p:sp>
        <p:nvSpPr>
          <p:cNvPr id="3" name="">
            <a:extLst xmlns:a="http://schemas.openxmlformats.org/drawingml/2006/main">
              <a:ext uri="{FF2B5EF4-FFF2-40B4-BE49-F238E27FC236}">
                <a16:creationId xmlns:a16="http://schemas.microsoft.com/office/drawing/2014/main" id="{7302BDC8-8F99-4B9A-90C2-2C0D438DCC64}"/>
              </a:ext>
            </a:extLst>
          </p:cNvPr>
          <p:cNvSpPr>
            <a:spLocks xmlns:a="http://schemas.openxmlformats.org/drawingml/2006/main" noGrp="1"/>
          </p:cNvSpPr>
          <p:nvPr/>
        </p:nvSpPr>
        <p:spPr>
          <a:xfrm xmlns:a="http://schemas.openxmlformats.org/drawingml/2006/main">
            <a:off x="504000" y="82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Method and Tools</a:t>
            </a:r>
          </a:p>
        </p:txBody>
      </p:sp>
      <p:sp>
        <p:nvSpPr>
          <p:cNvPr id="4" name="">
            <a:extLst xmlns:a="http://schemas.openxmlformats.org/drawingml/2006/main">
              <a:ext uri="{FF2B5EF4-FFF2-40B4-BE49-F238E27FC236}">
                <a16:creationId xmlns:a16="http://schemas.microsoft.com/office/drawing/2014/main" id="{BB896EDC-B545-4AB5-9F57-79B0D20C7F39}"/>
              </a:ext>
            </a:extLst>
          </p:cNvPr>
          <p:cNvSpPr>
            <a:spLocks xmlns:a="http://schemas.openxmlformats.org/drawingml/2006/main" noGrp="1"/>
          </p:cNvSpPr>
          <p:nvPr/>
        </p:nvSpPr>
        <p:spPr>
          <a:xfrm xmlns:a="http://schemas.openxmlformats.org/drawingml/2006/main">
            <a:off x="504000" y="1332000"/>
            <a:ext cx="540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51E464-8BE1-4315-9D14-843EE373FFE4}"/>
              </a:ext>
            </a:extLst>
          </p:cNvPr>
          <p:cNvSpPr>
            <a:spLocks xmlns:a="http://schemas.openxmlformats.org/drawingml/2006/main" noGrp="1"/>
          </p:cNvSpPr>
          <p:nvPr/>
        </p:nvSpPr>
        <p:spPr>
          <a:xfrm xmlns:a="http://schemas.openxmlformats.org/drawingml/2006/main">
            <a:off x="504000" y="1548000"/>
            <a:ext cx="324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1">
                <a:solidFill>
                  <a:srgbClr val="F27323"/>
                </a:solidFill>
                <a:latin typeface="Aptos"/>
                <a:ea typeface="Aptos"/>
                <a:cs typeface="Aptos"/>
              </a:defRPr>
            </a:defPPr>
            <a:lvl1pPr>
              <a:defRPr sz="1800" b="1">
                <a:solidFill>
                  <a:srgbClr val="F27323"/>
                </a:solidFill>
                <a:latin typeface="Aptos"/>
                <a:ea typeface="Aptos"/>
                <a:cs typeface="Aptos"/>
              </a:defRPr>
            </a:lvl1pPr>
            <a:lvl2pPr>
              <a:defRPr sz="1800" b="1">
                <a:solidFill>
                  <a:srgbClr val="F27323"/>
                </a:solidFill>
                <a:latin typeface="Aptos"/>
                <a:ea typeface="Aptos"/>
                <a:cs typeface="Aptos"/>
              </a:defRPr>
            </a:lvl2pPr>
            <a:lvl3pPr>
              <a:defRPr sz="1800" b="1">
                <a:solidFill>
                  <a:srgbClr val="F27323"/>
                </a:solidFill>
                <a:latin typeface="Aptos"/>
                <a:ea typeface="Aptos"/>
                <a:cs typeface="Aptos"/>
              </a:defRPr>
            </a:lvl3pPr>
            <a:lvl4pPr>
              <a:defRPr sz="1800" b="1">
                <a:solidFill>
                  <a:srgbClr val="F27323"/>
                </a:solidFill>
                <a:latin typeface="Aptos"/>
                <a:ea typeface="Aptos"/>
                <a:cs typeface="Aptos"/>
              </a:defRPr>
            </a:lvl4pPr>
            <a:lvl5pPr>
              <a:defRPr sz="1800" b="1">
                <a:solidFill>
                  <a:srgbClr val="F27323"/>
                </a:solidFill>
                <a:latin typeface="Aptos"/>
                <a:ea typeface="Aptos"/>
                <a:cs typeface="Aptos"/>
              </a:defRPr>
            </a:lvl5pPr>
            <a:lvl6pPr>
              <a:defRPr sz="1800" b="1">
                <a:solidFill>
                  <a:srgbClr val="F27323"/>
                </a:solidFill>
                <a:latin typeface="Aptos"/>
                <a:ea typeface="Aptos"/>
                <a:cs typeface="Aptos"/>
              </a:defRPr>
            </a:lvl6pPr>
            <a:lvl7pPr>
              <a:defRPr sz="1800" b="1">
                <a:solidFill>
                  <a:srgbClr val="F27323"/>
                </a:solidFill>
                <a:latin typeface="Aptos"/>
                <a:ea typeface="Aptos"/>
                <a:cs typeface="Aptos"/>
              </a:defRPr>
            </a:lvl7pPr>
            <a:lvl8pPr>
              <a:defRPr sz="1800" b="1">
                <a:solidFill>
                  <a:srgbClr val="F27323"/>
                </a:solidFill>
                <a:latin typeface="Aptos"/>
                <a:ea typeface="Aptos"/>
                <a:cs typeface="Aptos"/>
              </a:defRPr>
            </a:lvl8pPr>
            <a:lvl9pPr>
              <a:defRPr sz="1800" b="1">
                <a:solidFill>
                  <a:srgbClr val="F27323"/>
                </a:solidFill>
                <a:latin typeface="Aptos"/>
                <a:ea typeface="Aptos"/>
                <a:cs typeface="Aptos"/>
              </a:defRPr>
            </a:lvl9pPr>
          </a:lstStyle>
          <a:p xmlns:a="http://schemas.openxmlformats.org/drawingml/2006/main">
            <a:pPr>
              <a:defRPr sz="1800" b="1">
                <a:solidFill>
                  <a:srgbClr val="F27323"/>
                </a:solidFill>
                <a:latin typeface="Aptos"/>
                <a:ea typeface="Aptos"/>
                <a:cs typeface="Aptos"/>
              </a:defRPr>
            </a:pPr>
            <a:r>
              <a:rPr sz="1800" b="1">
                <a:solidFill>
                  <a:srgbClr val="F27323"/>
                </a:solidFill>
                <a:latin typeface="Aptos"/>
                <a:ea typeface="Aptos"/>
                <a:cs typeface="Aptos"/>
              </a:rPr>
              <a:t>M</a:t>
            </a:r>
          </a:p>
        </p:txBody>
      </p:sp>
      <p:sp>
        <p:nvSpPr>
          <p:cNvPr id="6" name="">
            <a:extLst xmlns:a="http://schemas.openxmlformats.org/drawingml/2006/main">
              <a:ext uri="{FF2B5EF4-FFF2-40B4-BE49-F238E27FC236}">
                <a16:creationId xmlns:a16="http://schemas.microsoft.com/office/drawing/2014/main" id="{A6E7C786-8445-40EE-8DA5-EF7814A90D83}"/>
              </a:ext>
            </a:extLst>
          </p:cNvPr>
          <p:cNvSpPr>
            <a:spLocks xmlns:a="http://schemas.openxmlformats.org/drawingml/2006/main" noGrp="1"/>
          </p:cNvSpPr>
          <p:nvPr/>
        </p:nvSpPr>
        <p:spPr>
          <a:xfrm xmlns:a="http://schemas.openxmlformats.org/drawingml/2006/main">
            <a:off x="936000" y="1573200"/>
            <a:ext cx="6120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600" b="1">
                <a:solidFill>
                  <a:srgbClr val="0D69B3"/>
                </a:solidFill>
                <a:latin typeface="Aptos"/>
                <a:ea typeface="Aptos"/>
                <a:cs typeface="Aptos"/>
              </a:defRPr>
            </a:defPPr>
            <a:lvl1pPr>
              <a:defRPr sz="1600" b="1">
                <a:solidFill>
                  <a:srgbClr val="0D69B3"/>
                </a:solidFill>
                <a:latin typeface="Aptos"/>
                <a:ea typeface="Aptos"/>
                <a:cs typeface="Aptos"/>
              </a:defRPr>
            </a:lvl1pPr>
            <a:lvl2pPr>
              <a:defRPr sz="1600" b="1">
                <a:solidFill>
                  <a:srgbClr val="0D69B3"/>
                </a:solidFill>
                <a:latin typeface="Aptos"/>
                <a:ea typeface="Aptos"/>
                <a:cs typeface="Aptos"/>
              </a:defRPr>
            </a:lvl2pPr>
            <a:lvl3pPr>
              <a:defRPr sz="1600" b="1">
                <a:solidFill>
                  <a:srgbClr val="0D69B3"/>
                </a:solidFill>
                <a:latin typeface="Aptos"/>
                <a:ea typeface="Aptos"/>
                <a:cs typeface="Aptos"/>
              </a:defRPr>
            </a:lvl3pPr>
            <a:lvl4pPr>
              <a:defRPr sz="1600" b="1">
                <a:solidFill>
                  <a:srgbClr val="0D69B3"/>
                </a:solidFill>
                <a:latin typeface="Aptos"/>
                <a:ea typeface="Aptos"/>
                <a:cs typeface="Aptos"/>
              </a:defRPr>
            </a:lvl4pPr>
            <a:lvl5pPr>
              <a:defRPr sz="1600" b="1">
                <a:solidFill>
                  <a:srgbClr val="0D69B3"/>
                </a:solidFill>
                <a:latin typeface="Aptos"/>
                <a:ea typeface="Aptos"/>
                <a:cs typeface="Aptos"/>
              </a:defRPr>
            </a:lvl5pPr>
            <a:lvl6pPr>
              <a:defRPr sz="1600" b="1">
                <a:solidFill>
                  <a:srgbClr val="0D69B3"/>
                </a:solidFill>
                <a:latin typeface="Aptos"/>
                <a:ea typeface="Aptos"/>
                <a:cs typeface="Aptos"/>
              </a:defRPr>
            </a:lvl6pPr>
            <a:lvl7pPr>
              <a:defRPr sz="1600" b="1">
                <a:solidFill>
                  <a:srgbClr val="0D69B3"/>
                </a:solidFill>
                <a:latin typeface="Aptos"/>
                <a:ea typeface="Aptos"/>
                <a:cs typeface="Aptos"/>
              </a:defRPr>
            </a:lvl7pPr>
            <a:lvl8pPr>
              <a:defRPr sz="1600" b="1">
                <a:solidFill>
                  <a:srgbClr val="0D69B3"/>
                </a:solidFill>
                <a:latin typeface="Aptos"/>
                <a:ea typeface="Aptos"/>
                <a:cs typeface="Aptos"/>
              </a:defRPr>
            </a:lvl8pPr>
            <a:lvl9pPr>
              <a:defRPr sz="1600" b="1">
                <a:solidFill>
                  <a:srgbClr val="0D69B3"/>
                </a:solidFill>
                <a:latin typeface="Aptos"/>
                <a:ea typeface="Aptos"/>
                <a:cs typeface="Aptos"/>
              </a:defRPr>
            </a:lvl9pPr>
          </a:lstStyle>
          <a:p xmlns:a="http://schemas.openxmlformats.org/drawingml/2006/main">
            <a:pPr>
              <a:defRPr sz="1600" b="1">
                <a:solidFill>
                  <a:srgbClr val="0D69B3"/>
                </a:solidFill>
                <a:latin typeface="Aptos"/>
                <a:ea typeface="Aptos"/>
                <a:cs typeface="Aptos"/>
              </a:defRPr>
            </a:pPr>
            <a:r>
              <a:rPr sz="1600" b="1">
                <a:solidFill>
                  <a:srgbClr val="0D69B3"/>
                </a:solidFill>
                <a:latin typeface="Aptos"/>
                <a:ea typeface="Aptos"/>
                <a:cs typeface="Aptos"/>
              </a:rPr>
              <a:t>Method</a:t>
            </a:r>
          </a:p>
        </p:txBody>
      </p:sp>
      <p:sp>
        <p:nvSpPr>
          <p:cNvPr id="7" name="">
            <a:extLst xmlns:a="http://schemas.openxmlformats.org/drawingml/2006/main">
              <a:ext uri="{FF2B5EF4-FFF2-40B4-BE49-F238E27FC236}">
                <a16:creationId xmlns:a16="http://schemas.microsoft.com/office/drawing/2014/main" id="{10E551B1-69AF-4EDD-8FBF-256EA5B9BA24}"/>
              </a:ext>
            </a:extLst>
          </p:cNvPr>
          <p:cNvSpPr>
            <a:spLocks xmlns:a="http://schemas.openxmlformats.org/drawingml/2006/main" noGrp="1"/>
          </p:cNvSpPr>
          <p:nvPr/>
        </p:nvSpPr>
        <p:spPr>
          <a:xfrm xmlns:a="http://schemas.openxmlformats.org/drawingml/2006/main">
            <a:off x="504000" y="1980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Literature-informed choices</a:t>
            </a:r>
          </a:p>
        </p:txBody>
      </p:sp>
      <p:sp>
        <p:nvSpPr>
          <p:cNvPr id="8" name="">
            <a:extLst xmlns:a="http://schemas.openxmlformats.org/drawingml/2006/main">
              <a:ext uri="{FF2B5EF4-FFF2-40B4-BE49-F238E27FC236}">
                <a16:creationId xmlns:a16="http://schemas.microsoft.com/office/drawing/2014/main" id="{4BCDB2FD-C07C-4748-876A-74A57799000E}"/>
              </a:ext>
            </a:extLst>
          </p:cNvPr>
          <p:cNvSpPr>
            <a:spLocks xmlns:a="http://schemas.openxmlformats.org/drawingml/2006/main" noGrp="1"/>
          </p:cNvSpPr>
          <p:nvPr/>
        </p:nvSpPr>
        <p:spPr>
          <a:xfrm xmlns:a="http://schemas.openxmlformats.org/drawingml/2006/main">
            <a:off x="504000" y="2304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Prediction + SHAP identify risk signals. Profit models consider cost and value.</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Uplift compares intervention outcomes. AI supports staff judgment. [1–4]</a:t>
            </a:r>
          </a:p>
        </p:txBody>
      </p:sp>
      <p:sp>
        <p:nvSpPr>
          <p:cNvPr id="9" name="">
            <a:extLst xmlns:a="http://schemas.openxmlformats.org/drawingml/2006/main">
              <a:ext uri="{FF2B5EF4-FFF2-40B4-BE49-F238E27FC236}">
                <a16:creationId xmlns:a16="http://schemas.microsoft.com/office/drawing/2014/main" id="{666083FF-32B2-4543-B8C8-77906803A608}"/>
              </a:ext>
            </a:extLst>
          </p:cNvPr>
          <p:cNvSpPr>
            <a:spLocks xmlns:a="http://schemas.openxmlformats.org/drawingml/2006/main" noGrp="1"/>
          </p:cNvSpPr>
          <p:nvPr/>
        </p:nvSpPr>
        <p:spPr>
          <a:xfrm xmlns:a="http://schemas.openxmlformats.org/drawingml/2006/main">
            <a:off x="504000" y="2952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Model and evaluation</a:t>
            </a:r>
          </a:p>
        </p:txBody>
      </p:sp>
      <p:sp>
        <p:nvSpPr>
          <p:cNvPr id="10" name="">
            <a:extLst xmlns:a="http://schemas.openxmlformats.org/drawingml/2006/main">
              <a:ext uri="{FF2B5EF4-FFF2-40B4-BE49-F238E27FC236}">
                <a16:creationId xmlns:a16="http://schemas.microsoft.com/office/drawing/2014/main" id="{B34B446C-D094-4BE3-BE97-08A524185D82}"/>
              </a:ext>
            </a:extLst>
          </p:cNvPr>
          <p:cNvSpPr>
            <a:spLocks xmlns:a="http://schemas.openxmlformats.org/drawingml/2006/main" noGrp="1"/>
          </p:cNvSpPr>
          <p:nvPr/>
        </p:nvSpPr>
        <p:spPr>
          <a:xfrm xmlns:a="http://schemas.openxmlformats.org/drawingml/2006/main">
            <a:off x="504000" y="3312000"/>
            <a:ext cx="3240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142C48"/>
                </a:solidFill>
                <a:latin typeface="Aptos"/>
                <a:ea typeface="Aptos"/>
                <a:cs typeface="Aptos"/>
              </a:defRPr>
            </a:defPPr>
            <a:lvl1pPr>
              <a:defRPr sz="1200" b="1">
                <a:solidFill>
                  <a:srgbClr val="142C48"/>
                </a:solidFill>
                <a:latin typeface="Aptos"/>
                <a:ea typeface="Aptos"/>
                <a:cs typeface="Aptos"/>
              </a:defRPr>
            </a:lvl1pPr>
            <a:lvl2pPr>
              <a:defRPr sz="1200" b="1">
                <a:solidFill>
                  <a:srgbClr val="142C48"/>
                </a:solidFill>
                <a:latin typeface="Aptos"/>
                <a:ea typeface="Aptos"/>
                <a:cs typeface="Aptos"/>
              </a:defRPr>
            </a:lvl2pPr>
            <a:lvl3pPr>
              <a:defRPr sz="1200" b="1">
                <a:solidFill>
                  <a:srgbClr val="142C48"/>
                </a:solidFill>
                <a:latin typeface="Aptos"/>
                <a:ea typeface="Aptos"/>
                <a:cs typeface="Aptos"/>
              </a:defRPr>
            </a:lvl3pPr>
            <a:lvl4pPr>
              <a:defRPr sz="1200" b="1">
                <a:solidFill>
                  <a:srgbClr val="142C48"/>
                </a:solidFill>
                <a:latin typeface="Aptos"/>
                <a:ea typeface="Aptos"/>
                <a:cs typeface="Aptos"/>
              </a:defRPr>
            </a:lvl4pPr>
            <a:lvl5pPr>
              <a:defRPr sz="1200" b="1">
                <a:solidFill>
                  <a:srgbClr val="142C48"/>
                </a:solidFill>
                <a:latin typeface="Aptos"/>
                <a:ea typeface="Aptos"/>
                <a:cs typeface="Aptos"/>
              </a:defRPr>
            </a:lvl5pPr>
            <a:lvl6pPr>
              <a:defRPr sz="1200" b="1">
                <a:solidFill>
                  <a:srgbClr val="142C48"/>
                </a:solidFill>
                <a:latin typeface="Aptos"/>
                <a:ea typeface="Aptos"/>
                <a:cs typeface="Aptos"/>
              </a:defRPr>
            </a:lvl6pPr>
            <a:lvl7pPr>
              <a:defRPr sz="1200" b="1">
                <a:solidFill>
                  <a:srgbClr val="142C48"/>
                </a:solidFill>
                <a:latin typeface="Aptos"/>
                <a:ea typeface="Aptos"/>
                <a:cs typeface="Aptos"/>
              </a:defRPr>
            </a:lvl7pPr>
            <a:lvl8pPr>
              <a:defRPr sz="1200" b="1">
                <a:solidFill>
                  <a:srgbClr val="142C48"/>
                </a:solidFill>
                <a:latin typeface="Aptos"/>
                <a:ea typeface="Aptos"/>
                <a:cs typeface="Aptos"/>
              </a:defRPr>
            </a:lvl8pPr>
            <a:lvl9pPr>
              <a:defRPr sz="1200" b="1">
                <a:solidFill>
                  <a:srgbClr val="142C48"/>
                </a:solidFill>
                <a:latin typeface="Aptos"/>
                <a:ea typeface="Aptos"/>
                <a:cs typeface="Aptos"/>
              </a:defRPr>
            </a:lvl9pPr>
          </a:lstStyle>
          <a:p xmlns:a="http://schemas.openxmlformats.org/drawingml/2006/main">
            <a:pPr>
              <a:defRPr sz="1200" b="1">
                <a:solidFill>
                  <a:srgbClr val="142C48"/>
                </a:solidFill>
                <a:latin typeface="Aptos"/>
                <a:ea typeface="Aptos"/>
                <a:cs typeface="Aptos"/>
              </a:defRPr>
            </a:pPr>
            <a:r>
              <a:rPr sz="1200" b="1">
                <a:solidFill>
                  <a:srgbClr val="142C48"/>
                </a:solidFill>
                <a:latin typeface="Aptos"/>
                <a:ea typeface="Aptos"/>
                <a:cs typeface="Aptos"/>
              </a:rPr>
              <a:t>LightGBM tuned</a:t>
            </a:r>
          </a:p>
        </p:txBody>
      </p:sp>
      <p:sp>
        <p:nvSpPr>
          <p:cNvPr id="11" name="">
            <a:extLst xmlns:a="http://schemas.openxmlformats.org/drawingml/2006/main">
              <a:ext uri="{FF2B5EF4-FFF2-40B4-BE49-F238E27FC236}">
                <a16:creationId xmlns:a16="http://schemas.microsoft.com/office/drawing/2014/main" id="{E51FE8BA-302E-4F02-8496-F10A4D9124BA}"/>
              </a:ext>
            </a:extLst>
          </p:cNvPr>
          <p:cNvSpPr>
            <a:spLocks xmlns:a="http://schemas.openxmlformats.org/drawingml/2006/main" noGrp="1"/>
          </p:cNvSpPr>
          <p:nvPr/>
        </p:nvSpPr>
        <p:spPr>
          <a:xfrm xmlns:a="http://schemas.openxmlformats.org/drawingml/2006/main">
            <a:off x="3744000" y="3312000"/>
            <a:ext cx="331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127 features, 30 trials per family</a:t>
            </a:r>
          </a:p>
        </p:txBody>
      </p:sp>
      <p:sp>
        <p:nvSpPr>
          <p:cNvPr id="12" name="">
            <a:extLst xmlns:a="http://schemas.openxmlformats.org/drawingml/2006/main">
              <a:ext uri="{FF2B5EF4-FFF2-40B4-BE49-F238E27FC236}">
                <a16:creationId xmlns:a16="http://schemas.microsoft.com/office/drawing/2014/main" id="{5FF21FAE-3454-4CD0-90EE-F2222D53873E}"/>
              </a:ext>
            </a:extLst>
          </p:cNvPr>
          <p:cNvSpPr>
            <a:spLocks xmlns:a="http://schemas.openxmlformats.org/drawingml/2006/main" noGrp="1"/>
          </p:cNvSpPr>
          <p:nvPr/>
        </p:nvSpPr>
        <p:spPr>
          <a:xfrm xmlns:a="http://schemas.openxmlformats.org/drawingml/2006/main">
            <a:off x="504000" y="3744000"/>
            <a:ext cx="3024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0.9483</a:t>
            </a:r>
          </a:p>
        </p:txBody>
      </p:sp>
      <p:sp>
        <p:nvSpPr>
          <p:cNvPr id="13" name="">
            <a:extLst xmlns:a="http://schemas.openxmlformats.org/drawingml/2006/main">
              <a:ext uri="{FF2B5EF4-FFF2-40B4-BE49-F238E27FC236}">
                <a16:creationId xmlns:a16="http://schemas.microsoft.com/office/drawing/2014/main" id="{39C8F0D7-9198-4CDE-B54F-5FDC841E67E5}"/>
              </a:ext>
            </a:extLst>
          </p:cNvPr>
          <p:cNvSpPr>
            <a:spLocks xmlns:a="http://schemas.openxmlformats.org/drawingml/2006/main" noGrp="1"/>
          </p:cNvSpPr>
          <p:nvPr/>
        </p:nvSpPr>
        <p:spPr>
          <a:xfrm xmlns:a="http://schemas.openxmlformats.org/drawingml/2006/main">
            <a:off x="3924000" y="3744000"/>
            <a:ext cx="313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0.9467</a:t>
            </a:r>
          </a:p>
        </p:txBody>
      </p:sp>
      <p:sp>
        <p:nvSpPr>
          <p:cNvPr id="14" name="">
            <a:extLst xmlns:a="http://schemas.openxmlformats.org/drawingml/2006/main">
              <a:ext uri="{FF2B5EF4-FFF2-40B4-BE49-F238E27FC236}">
                <a16:creationId xmlns:a16="http://schemas.microsoft.com/office/drawing/2014/main" id="{74A98091-F962-4C5E-B365-1C0F2A12D700}"/>
              </a:ext>
            </a:extLst>
          </p:cNvPr>
          <p:cNvSpPr>
            <a:spLocks xmlns:a="http://schemas.openxmlformats.org/drawingml/2006/main" noGrp="1"/>
          </p:cNvSpPr>
          <p:nvPr/>
        </p:nvSpPr>
        <p:spPr>
          <a:xfrm xmlns:a="http://schemas.openxmlformats.org/drawingml/2006/main">
            <a:off x="504000" y="4212000"/>
            <a:ext cx="3024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Validation ROC AUC</a:t>
            </a:r>
          </a:p>
        </p:txBody>
      </p:sp>
      <p:sp>
        <p:nvSpPr>
          <p:cNvPr id="15" name="">
            <a:extLst xmlns:a="http://schemas.openxmlformats.org/drawingml/2006/main">
              <a:ext uri="{FF2B5EF4-FFF2-40B4-BE49-F238E27FC236}">
                <a16:creationId xmlns:a16="http://schemas.microsoft.com/office/drawing/2014/main" id="{2225A092-C0AC-48CE-A668-A2C6CF1A4AFF}"/>
              </a:ext>
            </a:extLst>
          </p:cNvPr>
          <p:cNvSpPr>
            <a:spLocks xmlns:a="http://schemas.openxmlformats.org/drawingml/2006/main" noGrp="1"/>
          </p:cNvSpPr>
          <p:nvPr/>
        </p:nvSpPr>
        <p:spPr>
          <a:xfrm xmlns:a="http://schemas.openxmlformats.org/drawingml/2006/main">
            <a:off x="3924000" y="4212000"/>
            <a:ext cx="313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Exploratory test ROC AUC</a:t>
            </a:r>
          </a:p>
        </p:txBody>
      </p:sp>
      <p:sp>
        <p:nvSpPr>
          <p:cNvPr id="16" name="">
            <a:extLst xmlns:a="http://schemas.openxmlformats.org/drawingml/2006/main">
              <a:ext uri="{FF2B5EF4-FFF2-40B4-BE49-F238E27FC236}">
                <a16:creationId xmlns:a16="http://schemas.microsoft.com/office/drawing/2014/main" id="{A3538191-4DE6-4705-B141-3BA295B25EC5}"/>
              </a:ext>
            </a:extLst>
          </p:cNvPr>
          <p:cNvSpPr>
            <a:spLocks xmlns:a="http://schemas.openxmlformats.org/drawingml/2006/main" noGrp="1"/>
          </p:cNvSpPr>
          <p:nvPr/>
        </p:nvSpPr>
        <p:spPr>
          <a:xfrm xmlns:a="http://schemas.openxmlformats.org/drawingml/2006/main">
            <a:off x="504000" y="4644000"/>
            <a:ext cx="6552000" cy="68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Compare LightGBM and CatBoost on chronological splits. Select by validation</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AUC. Purge unfinished target windows and calibrate on separate customers.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Refresh predictions on days 1, 11 and 21 for the next calendar month.</a:t>
            </a:r>
          </a:p>
        </p:txBody>
      </p:sp>
      <p:sp>
        <p:nvSpPr>
          <p:cNvPr id="17" name="">
            <a:extLst xmlns:a="http://schemas.openxmlformats.org/drawingml/2006/main">
              <a:ext uri="{FF2B5EF4-FFF2-40B4-BE49-F238E27FC236}">
                <a16:creationId xmlns:a16="http://schemas.microsoft.com/office/drawing/2014/main" id="{19C8B5EA-E791-44A4-97B1-5590F6804179}"/>
              </a:ext>
            </a:extLst>
          </p:cNvPr>
          <p:cNvSpPr>
            <a:spLocks xmlns:a="http://schemas.openxmlformats.org/drawingml/2006/main" noGrp="1"/>
          </p:cNvSpPr>
          <p:nvPr/>
        </p:nvSpPr>
        <p:spPr>
          <a:xfrm xmlns:a="http://schemas.openxmlformats.org/drawingml/2006/main">
            <a:off x="504000" y="561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Six-step care workflow</a:t>
            </a:r>
          </a:p>
        </p:txBody>
      </p:sp>
      <p:sp>
        <p:nvSpPr>
          <p:cNvPr id="18" name="">
            <a:extLst xmlns:a="http://schemas.openxmlformats.org/drawingml/2006/main">
              <a:ext uri="{FF2B5EF4-FFF2-40B4-BE49-F238E27FC236}">
                <a16:creationId xmlns:a16="http://schemas.microsoft.com/office/drawing/2014/main" id="{9CEAE8AA-A207-4419-A67B-FCEA10850339}"/>
              </a:ext>
            </a:extLst>
          </p:cNvPr>
          <p:cNvSpPr>
            <a:spLocks xmlns:a="http://schemas.openxmlformats.org/drawingml/2006/main" noGrp="1"/>
          </p:cNvSpPr>
          <p:nvPr/>
        </p:nvSpPr>
        <p:spPr>
          <a:xfrm xmlns:a="http://schemas.openxmlformats.org/drawingml/2006/main">
            <a:off x="504000" y="6048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01</a:t>
            </a:r>
          </a:p>
        </p:txBody>
      </p:sp>
      <p:sp>
        <p:nvSpPr>
          <p:cNvPr id="19" name="">
            <a:extLst xmlns:a="http://schemas.openxmlformats.org/drawingml/2006/main">
              <a:ext uri="{FF2B5EF4-FFF2-40B4-BE49-F238E27FC236}">
                <a16:creationId xmlns:a16="http://schemas.microsoft.com/office/drawing/2014/main" id="{50035ED8-5EF8-4A8A-A87F-5F576B994A9A}"/>
              </a:ext>
            </a:extLst>
          </p:cNvPr>
          <p:cNvSpPr>
            <a:spLocks xmlns:a="http://schemas.openxmlformats.org/drawingml/2006/main" noGrp="1"/>
          </p:cNvSpPr>
          <p:nvPr/>
        </p:nvSpPr>
        <p:spPr>
          <a:xfrm xmlns:a="http://schemas.openxmlformats.org/drawingml/2006/main">
            <a:off x="828000" y="6048000"/>
            <a:ext cx="172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Identify</a:t>
            </a:r>
          </a:p>
        </p:txBody>
      </p:sp>
      <p:sp>
        <p:nvSpPr>
          <p:cNvPr id="20" name="">
            <a:extLst xmlns:a="http://schemas.openxmlformats.org/drawingml/2006/main">
              <a:ext uri="{FF2B5EF4-FFF2-40B4-BE49-F238E27FC236}">
                <a16:creationId xmlns:a16="http://schemas.microsoft.com/office/drawing/2014/main" id="{0A95A234-AD0E-4A17-89B1-400F1B0E86DC}"/>
              </a:ext>
            </a:extLst>
          </p:cNvPr>
          <p:cNvSpPr>
            <a:spLocks xmlns:a="http://schemas.openxmlformats.org/drawingml/2006/main" noGrp="1"/>
          </p:cNvSpPr>
          <p:nvPr/>
        </p:nvSpPr>
        <p:spPr>
          <a:xfrm xmlns:a="http://schemas.openxmlformats.org/drawingml/2006/main">
            <a:off x="504000" y="6336000"/>
            <a:ext cx="20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Risk score and target period</a:t>
            </a:r>
          </a:p>
        </p:txBody>
      </p:sp>
      <p:sp>
        <p:nvSpPr>
          <p:cNvPr id="21" name="">
            <a:extLst xmlns:a="http://schemas.openxmlformats.org/drawingml/2006/main">
              <a:ext uri="{FF2B5EF4-FFF2-40B4-BE49-F238E27FC236}">
                <a16:creationId xmlns:a16="http://schemas.microsoft.com/office/drawing/2014/main" id="{CD6BC7A4-AF8D-4DAB-95AB-422A1BFBAC26}"/>
              </a:ext>
            </a:extLst>
          </p:cNvPr>
          <p:cNvSpPr>
            <a:spLocks xmlns:a="http://schemas.openxmlformats.org/drawingml/2006/main" noGrp="1"/>
          </p:cNvSpPr>
          <p:nvPr/>
        </p:nvSpPr>
        <p:spPr>
          <a:xfrm xmlns:a="http://schemas.openxmlformats.org/drawingml/2006/main">
            <a:off x="2772000" y="6048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02</a:t>
            </a:r>
          </a:p>
        </p:txBody>
      </p:sp>
      <p:sp>
        <p:nvSpPr>
          <p:cNvPr id="22" name="">
            <a:extLst xmlns:a="http://schemas.openxmlformats.org/drawingml/2006/main">
              <a:ext uri="{FF2B5EF4-FFF2-40B4-BE49-F238E27FC236}">
                <a16:creationId xmlns:a16="http://schemas.microsoft.com/office/drawing/2014/main" id="{3DF5287F-5CF5-42D7-BD38-B5519449B746}"/>
              </a:ext>
            </a:extLst>
          </p:cNvPr>
          <p:cNvSpPr>
            <a:spLocks xmlns:a="http://schemas.openxmlformats.org/drawingml/2006/main" noGrp="1"/>
          </p:cNvSpPr>
          <p:nvPr/>
        </p:nvSpPr>
        <p:spPr>
          <a:xfrm xmlns:a="http://schemas.openxmlformats.org/drawingml/2006/main">
            <a:off x="3096000" y="6048000"/>
            <a:ext cx="172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Understand</a:t>
            </a:r>
          </a:p>
        </p:txBody>
      </p:sp>
      <p:sp>
        <p:nvSpPr>
          <p:cNvPr id="23" name="">
            <a:extLst xmlns:a="http://schemas.openxmlformats.org/drawingml/2006/main">
              <a:ext uri="{FF2B5EF4-FFF2-40B4-BE49-F238E27FC236}">
                <a16:creationId xmlns:a16="http://schemas.microsoft.com/office/drawing/2014/main" id="{9CB4D8F3-E131-48CC-8C20-F69E6000AC47}"/>
              </a:ext>
            </a:extLst>
          </p:cNvPr>
          <p:cNvSpPr>
            <a:spLocks xmlns:a="http://schemas.openxmlformats.org/drawingml/2006/main" noGrp="1"/>
          </p:cNvSpPr>
          <p:nvPr/>
        </p:nvSpPr>
        <p:spPr>
          <a:xfrm xmlns:a="http://schemas.openxmlformats.org/drawingml/2006/main">
            <a:off x="2772000" y="6336000"/>
            <a:ext cx="20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Six SHAP groups and dated facts</a:t>
            </a:r>
          </a:p>
        </p:txBody>
      </p:sp>
      <p:sp>
        <p:nvSpPr>
          <p:cNvPr id="24" name="">
            <a:extLst xmlns:a="http://schemas.openxmlformats.org/drawingml/2006/main">
              <a:ext uri="{FF2B5EF4-FFF2-40B4-BE49-F238E27FC236}">
                <a16:creationId xmlns:a16="http://schemas.microsoft.com/office/drawing/2014/main" id="{D9AFEC5A-FF56-477B-AF15-B772C71D2666}"/>
              </a:ext>
            </a:extLst>
          </p:cNvPr>
          <p:cNvSpPr>
            <a:spLocks xmlns:a="http://schemas.openxmlformats.org/drawingml/2006/main" noGrp="1"/>
          </p:cNvSpPr>
          <p:nvPr/>
        </p:nvSpPr>
        <p:spPr>
          <a:xfrm xmlns:a="http://schemas.openxmlformats.org/drawingml/2006/main">
            <a:off x="5040000" y="6048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03</a:t>
            </a:r>
          </a:p>
        </p:txBody>
      </p:sp>
      <p:sp>
        <p:nvSpPr>
          <p:cNvPr id="25" name="">
            <a:extLst xmlns:a="http://schemas.openxmlformats.org/drawingml/2006/main">
              <a:ext uri="{FF2B5EF4-FFF2-40B4-BE49-F238E27FC236}">
                <a16:creationId xmlns:a16="http://schemas.microsoft.com/office/drawing/2014/main" id="{AF5EA074-D89A-4F9B-BF1B-AC49231B702D}"/>
              </a:ext>
            </a:extLst>
          </p:cNvPr>
          <p:cNvSpPr>
            <a:spLocks xmlns:a="http://schemas.openxmlformats.org/drawingml/2006/main" noGrp="1"/>
          </p:cNvSpPr>
          <p:nvPr/>
        </p:nvSpPr>
        <p:spPr>
          <a:xfrm xmlns:a="http://schemas.openxmlformats.org/drawingml/2006/main">
            <a:off x="5364000" y="6048000"/>
            <a:ext cx="172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Prepare</a:t>
            </a:r>
          </a:p>
        </p:txBody>
      </p:sp>
      <p:sp>
        <p:nvSpPr>
          <p:cNvPr id="26" name="">
            <a:extLst xmlns:a="http://schemas.openxmlformats.org/drawingml/2006/main">
              <a:ext uri="{FF2B5EF4-FFF2-40B4-BE49-F238E27FC236}">
                <a16:creationId xmlns:a16="http://schemas.microsoft.com/office/drawing/2014/main" id="{1C369980-9058-4145-A909-B86695B2A711}"/>
              </a:ext>
            </a:extLst>
          </p:cNvPr>
          <p:cNvSpPr>
            <a:spLocks xmlns:a="http://schemas.openxmlformats.org/drawingml/2006/main" noGrp="1"/>
          </p:cNvSpPr>
          <p:nvPr/>
        </p:nvSpPr>
        <p:spPr>
          <a:xfrm xmlns:a="http://schemas.openxmlformats.org/drawingml/2006/main">
            <a:off x="5040000" y="6336000"/>
            <a:ext cx="20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AI draft and contact checks</a:t>
            </a:r>
          </a:p>
        </p:txBody>
      </p:sp>
      <p:sp>
        <p:nvSpPr>
          <p:cNvPr id="27" name="">
            <a:extLst xmlns:a="http://schemas.openxmlformats.org/drawingml/2006/main">
              <a:ext uri="{FF2B5EF4-FFF2-40B4-BE49-F238E27FC236}">
                <a16:creationId xmlns:a16="http://schemas.microsoft.com/office/drawing/2014/main" id="{66E6A942-608D-422B-ADA0-081F9FE8D553}"/>
              </a:ext>
            </a:extLst>
          </p:cNvPr>
          <p:cNvSpPr>
            <a:spLocks xmlns:a="http://schemas.openxmlformats.org/drawingml/2006/main" noGrp="1"/>
          </p:cNvSpPr>
          <p:nvPr/>
        </p:nvSpPr>
        <p:spPr>
          <a:xfrm xmlns:a="http://schemas.openxmlformats.org/drawingml/2006/main">
            <a:off x="504000" y="6840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04</a:t>
            </a:r>
          </a:p>
        </p:txBody>
      </p:sp>
      <p:sp>
        <p:nvSpPr>
          <p:cNvPr id="28" name="">
            <a:extLst xmlns:a="http://schemas.openxmlformats.org/drawingml/2006/main">
              <a:ext uri="{FF2B5EF4-FFF2-40B4-BE49-F238E27FC236}">
                <a16:creationId xmlns:a16="http://schemas.microsoft.com/office/drawing/2014/main" id="{0652E81F-708C-4B2D-B0A5-96DC032880C2}"/>
              </a:ext>
            </a:extLst>
          </p:cNvPr>
          <p:cNvSpPr>
            <a:spLocks xmlns:a="http://schemas.openxmlformats.org/drawingml/2006/main" noGrp="1"/>
          </p:cNvSpPr>
          <p:nvPr/>
        </p:nvSpPr>
        <p:spPr>
          <a:xfrm xmlns:a="http://schemas.openxmlformats.org/drawingml/2006/main">
            <a:off x="828000" y="6840000"/>
            <a:ext cx="172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Approve</a:t>
            </a:r>
          </a:p>
        </p:txBody>
      </p:sp>
      <p:sp>
        <p:nvSpPr>
          <p:cNvPr id="29" name="">
            <a:extLst xmlns:a="http://schemas.openxmlformats.org/drawingml/2006/main">
              <a:ext uri="{FF2B5EF4-FFF2-40B4-BE49-F238E27FC236}">
                <a16:creationId xmlns:a16="http://schemas.microsoft.com/office/drawing/2014/main" id="{D0E3AB10-6E91-4C43-84DB-6052B025415B}"/>
              </a:ext>
            </a:extLst>
          </p:cNvPr>
          <p:cNvSpPr>
            <a:spLocks xmlns:a="http://schemas.openxmlformats.org/drawingml/2006/main" noGrp="1"/>
          </p:cNvSpPr>
          <p:nvPr/>
        </p:nvSpPr>
        <p:spPr>
          <a:xfrm xmlns:a="http://schemas.openxmlformats.org/drawingml/2006/main">
            <a:off x="504000" y="7128000"/>
            <a:ext cx="20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Staff review the final message</a:t>
            </a:r>
          </a:p>
        </p:txBody>
      </p:sp>
      <p:sp>
        <p:nvSpPr>
          <p:cNvPr id="30" name="">
            <a:extLst xmlns:a="http://schemas.openxmlformats.org/drawingml/2006/main">
              <a:ext uri="{FF2B5EF4-FFF2-40B4-BE49-F238E27FC236}">
                <a16:creationId xmlns:a16="http://schemas.microsoft.com/office/drawing/2014/main" id="{5C392FB5-2D40-4A84-A9AF-567DBE82D071}"/>
              </a:ext>
            </a:extLst>
          </p:cNvPr>
          <p:cNvSpPr>
            <a:spLocks xmlns:a="http://schemas.openxmlformats.org/drawingml/2006/main" noGrp="1"/>
          </p:cNvSpPr>
          <p:nvPr/>
        </p:nvSpPr>
        <p:spPr>
          <a:xfrm xmlns:a="http://schemas.openxmlformats.org/drawingml/2006/main">
            <a:off x="2772000" y="6840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05</a:t>
            </a:r>
          </a:p>
        </p:txBody>
      </p:sp>
      <p:sp>
        <p:nvSpPr>
          <p:cNvPr id="31" name="">
            <a:extLst xmlns:a="http://schemas.openxmlformats.org/drawingml/2006/main">
              <a:ext uri="{FF2B5EF4-FFF2-40B4-BE49-F238E27FC236}">
                <a16:creationId xmlns:a16="http://schemas.microsoft.com/office/drawing/2014/main" id="{956CCF63-DAA0-42F5-B24B-42F89D782D30}"/>
              </a:ext>
            </a:extLst>
          </p:cNvPr>
          <p:cNvSpPr>
            <a:spLocks xmlns:a="http://schemas.openxmlformats.org/drawingml/2006/main" noGrp="1"/>
          </p:cNvSpPr>
          <p:nvPr/>
        </p:nvSpPr>
        <p:spPr>
          <a:xfrm xmlns:a="http://schemas.openxmlformats.org/drawingml/2006/main">
            <a:off x="3096000" y="6840000"/>
            <a:ext cx="172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Coordinate</a:t>
            </a:r>
          </a:p>
        </p:txBody>
      </p:sp>
      <p:sp>
        <p:nvSpPr>
          <p:cNvPr id="32" name="">
            <a:extLst xmlns:a="http://schemas.openxmlformats.org/drawingml/2006/main">
              <a:ext uri="{FF2B5EF4-FFF2-40B4-BE49-F238E27FC236}">
                <a16:creationId xmlns:a16="http://schemas.microsoft.com/office/drawing/2014/main" id="{B6F76324-E930-4306-AA0A-6D9A3C9AE043}"/>
              </a:ext>
            </a:extLst>
          </p:cNvPr>
          <p:cNvSpPr>
            <a:spLocks xmlns:a="http://schemas.openxmlformats.org/drawingml/2006/main" noGrp="1"/>
          </p:cNvSpPr>
          <p:nvPr/>
        </p:nvSpPr>
        <p:spPr>
          <a:xfrm xmlns:a="http://schemas.openxmlformats.org/drawingml/2006/main">
            <a:off x="2772000" y="7128000"/>
            <a:ext cx="20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Reply, ticket and follow-up</a:t>
            </a:r>
          </a:p>
        </p:txBody>
      </p:sp>
      <p:sp>
        <p:nvSpPr>
          <p:cNvPr id="33" name="">
            <a:extLst xmlns:a="http://schemas.openxmlformats.org/drawingml/2006/main">
              <a:ext uri="{FF2B5EF4-FFF2-40B4-BE49-F238E27FC236}">
                <a16:creationId xmlns:a16="http://schemas.microsoft.com/office/drawing/2014/main" id="{74FE37AC-F0C8-4F69-B9AC-860083DAF74C}"/>
              </a:ext>
            </a:extLst>
          </p:cNvPr>
          <p:cNvSpPr>
            <a:spLocks xmlns:a="http://schemas.openxmlformats.org/drawingml/2006/main" noGrp="1"/>
          </p:cNvSpPr>
          <p:nvPr/>
        </p:nvSpPr>
        <p:spPr>
          <a:xfrm xmlns:a="http://schemas.openxmlformats.org/drawingml/2006/main">
            <a:off x="5040000" y="6840000"/>
            <a:ext cx="28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F27323"/>
                </a:solidFill>
                <a:latin typeface="Aptos"/>
                <a:ea typeface="Aptos"/>
                <a:cs typeface="Aptos"/>
              </a:defRPr>
            </a:defPPr>
            <a:lvl1pPr>
              <a:defRPr sz="1000" b="1">
                <a:solidFill>
                  <a:srgbClr val="F27323"/>
                </a:solidFill>
                <a:latin typeface="Aptos"/>
                <a:ea typeface="Aptos"/>
                <a:cs typeface="Aptos"/>
              </a:defRPr>
            </a:lvl1pPr>
            <a:lvl2pPr>
              <a:defRPr sz="1000" b="1">
                <a:solidFill>
                  <a:srgbClr val="F27323"/>
                </a:solidFill>
                <a:latin typeface="Aptos"/>
                <a:ea typeface="Aptos"/>
                <a:cs typeface="Aptos"/>
              </a:defRPr>
            </a:lvl2pPr>
            <a:lvl3pPr>
              <a:defRPr sz="1000" b="1">
                <a:solidFill>
                  <a:srgbClr val="F27323"/>
                </a:solidFill>
                <a:latin typeface="Aptos"/>
                <a:ea typeface="Aptos"/>
                <a:cs typeface="Aptos"/>
              </a:defRPr>
            </a:lvl3pPr>
            <a:lvl4pPr>
              <a:defRPr sz="1000" b="1">
                <a:solidFill>
                  <a:srgbClr val="F27323"/>
                </a:solidFill>
                <a:latin typeface="Aptos"/>
                <a:ea typeface="Aptos"/>
                <a:cs typeface="Aptos"/>
              </a:defRPr>
            </a:lvl4pPr>
            <a:lvl5pPr>
              <a:defRPr sz="1000" b="1">
                <a:solidFill>
                  <a:srgbClr val="F27323"/>
                </a:solidFill>
                <a:latin typeface="Aptos"/>
                <a:ea typeface="Aptos"/>
                <a:cs typeface="Aptos"/>
              </a:defRPr>
            </a:lvl5pPr>
            <a:lvl6pPr>
              <a:defRPr sz="1000" b="1">
                <a:solidFill>
                  <a:srgbClr val="F27323"/>
                </a:solidFill>
                <a:latin typeface="Aptos"/>
                <a:ea typeface="Aptos"/>
                <a:cs typeface="Aptos"/>
              </a:defRPr>
            </a:lvl6pPr>
            <a:lvl7pPr>
              <a:defRPr sz="1000" b="1">
                <a:solidFill>
                  <a:srgbClr val="F27323"/>
                </a:solidFill>
                <a:latin typeface="Aptos"/>
                <a:ea typeface="Aptos"/>
                <a:cs typeface="Aptos"/>
              </a:defRPr>
            </a:lvl7pPr>
            <a:lvl8pPr>
              <a:defRPr sz="1000" b="1">
                <a:solidFill>
                  <a:srgbClr val="F27323"/>
                </a:solidFill>
                <a:latin typeface="Aptos"/>
                <a:ea typeface="Aptos"/>
                <a:cs typeface="Aptos"/>
              </a:defRPr>
            </a:lvl8pPr>
            <a:lvl9pPr>
              <a:defRPr sz="1000" b="1">
                <a:solidFill>
                  <a:srgbClr val="F27323"/>
                </a:solidFill>
                <a:latin typeface="Aptos"/>
                <a:ea typeface="Aptos"/>
                <a:cs typeface="Aptos"/>
              </a:defRPr>
            </a:lvl9pPr>
          </a:lstStyle>
          <a:p xmlns:a="http://schemas.openxmlformats.org/drawingml/2006/main">
            <a:pPr>
              <a:defRPr sz="1000" b="1">
                <a:solidFill>
                  <a:srgbClr val="F27323"/>
                </a:solidFill>
                <a:latin typeface="Aptos"/>
                <a:ea typeface="Aptos"/>
                <a:cs typeface="Aptos"/>
              </a:defRPr>
            </a:pPr>
            <a:r>
              <a:rPr sz="1000" b="1">
                <a:solidFill>
                  <a:srgbClr val="F27323"/>
                </a:solidFill>
                <a:latin typeface="Aptos"/>
                <a:ea typeface="Aptos"/>
                <a:cs typeface="Aptos"/>
              </a:rPr>
              <a:t>06</a:t>
            </a:r>
          </a:p>
        </p:txBody>
      </p:sp>
      <p:sp>
        <p:nvSpPr>
          <p:cNvPr id="34" name="">
            <a:extLst xmlns:a="http://schemas.openxmlformats.org/drawingml/2006/main">
              <a:ext uri="{FF2B5EF4-FFF2-40B4-BE49-F238E27FC236}">
                <a16:creationId xmlns:a16="http://schemas.microsoft.com/office/drawing/2014/main" id="{90384AD2-5B87-466B-B4DC-4AFA7A9026DD}"/>
              </a:ext>
            </a:extLst>
          </p:cNvPr>
          <p:cNvSpPr>
            <a:spLocks xmlns:a="http://schemas.openxmlformats.org/drawingml/2006/main" noGrp="1"/>
          </p:cNvSpPr>
          <p:nvPr/>
        </p:nvSpPr>
        <p:spPr>
          <a:xfrm xmlns:a="http://schemas.openxmlformats.org/drawingml/2006/main">
            <a:off x="5364000" y="6840000"/>
            <a:ext cx="1728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Evaluate</a:t>
            </a:r>
          </a:p>
        </p:txBody>
      </p:sp>
      <p:sp>
        <p:nvSpPr>
          <p:cNvPr id="35" name="">
            <a:extLst xmlns:a="http://schemas.openxmlformats.org/drawingml/2006/main">
              <a:ext uri="{FF2B5EF4-FFF2-40B4-BE49-F238E27FC236}">
                <a16:creationId xmlns:a16="http://schemas.microsoft.com/office/drawing/2014/main" id="{43C8227F-A952-481E-8961-C96782262F3C}"/>
              </a:ext>
            </a:extLst>
          </p:cNvPr>
          <p:cNvSpPr>
            <a:spLocks xmlns:a="http://schemas.openxmlformats.org/drawingml/2006/main" noGrp="1"/>
          </p:cNvSpPr>
          <p:nvPr/>
        </p:nvSpPr>
        <p:spPr>
          <a:xfrm xmlns:a="http://schemas.openxmlformats.org/drawingml/2006/main">
            <a:off x="5040000" y="7128000"/>
            <a:ext cx="20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Period outcome and cost</a:t>
            </a:r>
          </a:p>
        </p:txBody>
      </p:sp>
      <p:sp>
        <p:nvSpPr>
          <p:cNvPr id="36" name="">
            <a:extLst xmlns:a="http://schemas.openxmlformats.org/drawingml/2006/main">
              <a:ext uri="{FF2B5EF4-FFF2-40B4-BE49-F238E27FC236}">
                <a16:creationId xmlns:a16="http://schemas.microsoft.com/office/drawing/2014/main" id="{1B46002B-9018-4BA2-9B13-DC6F550B8772}"/>
              </a:ext>
            </a:extLst>
          </p:cNvPr>
          <p:cNvSpPr>
            <a:spLocks xmlns:a="http://schemas.openxmlformats.org/drawingml/2006/main" noGrp="1"/>
          </p:cNvSpPr>
          <p:nvPr/>
        </p:nvSpPr>
        <p:spPr>
          <a:xfrm xmlns:a="http://schemas.openxmlformats.org/drawingml/2006/main">
            <a:off x="504000" y="7704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5D606A3-0EEF-4F07-B831-85FE37399398}"/>
              </a:ext>
            </a:extLst>
          </p:cNvPr>
          <p:cNvSpPr>
            <a:spLocks xmlns:a="http://schemas.openxmlformats.org/drawingml/2006/main" noGrp="1"/>
          </p:cNvSpPr>
          <p:nvPr/>
        </p:nvSpPr>
        <p:spPr>
          <a:xfrm xmlns:a="http://schemas.openxmlformats.org/drawingml/2006/main">
            <a:off x="504000" y="7920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Staff workspace</a:t>
            </a:r>
          </a:p>
        </p:txBody>
      </p:sp>
      <p:sp>
        <p:nvSpPr>
          <p:cNvPr id="38" name="">
            <a:extLst xmlns:a="http://schemas.openxmlformats.org/drawingml/2006/main">
              <a:ext uri="{FF2B5EF4-FFF2-40B4-BE49-F238E27FC236}">
                <a16:creationId xmlns:a16="http://schemas.microsoft.com/office/drawing/2014/main" id="{5DBB6AB9-251A-4C93-AFFB-5FACD24D6830}"/>
              </a:ext>
            </a:extLst>
          </p:cNvPr>
          <p:cNvSpPr>
            <a:spLocks xmlns:a="http://schemas.openxmlformats.org/drawingml/2006/main" noGrp="1"/>
          </p:cNvSpPr>
          <p:nvPr/>
        </p:nvSpPr>
        <p:spPr>
          <a:xfrm xmlns:a="http://schemas.openxmlformats.org/drawingml/2006/main">
            <a:off x="504000" y="8280000"/>
            <a:ext cx="6552000" cy="6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AI explanation connects SHAP signals to customer facts. Chat and call</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drafts use the latest conversation and approved guidance. Chat-to-Ticket</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extracts the issue, evidence and missing details for staff submission.</a:t>
            </a:r>
          </a:p>
        </p:txBody>
      </p:sp>
      <p:sp>
        <p:nvSpPr>
          <p:cNvPr id="39" name="">
            <a:extLst xmlns:a="http://schemas.openxmlformats.org/drawingml/2006/main">
              <a:ext uri="{FF2B5EF4-FFF2-40B4-BE49-F238E27FC236}">
                <a16:creationId xmlns:a16="http://schemas.microsoft.com/office/drawing/2014/main" id="{20B5B173-C7D4-4618-9F30-9C7D53B8A529}"/>
              </a:ext>
            </a:extLst>
          </p:cNvPr>
          <p:cNvSpPr>
            <a:spLocks xmlns:a="http://schemas.openxmlformats.org/drawingml/2006/main" noGrp="1"/>
          </p:cNvSpPr>
          <p:nvPr/>
        </p:nvSpPr>
        <p:spPr>
          <a:xfrm xmlns:a="http://schemas.openxmlformats.org/drawingml/2006/main">
            <a:off x="504000" y="9036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Supervisors monitor workload and outcomes, then preview and confirm</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Manual, Round-robin or Weighted assignments within capacity.</a:t>
            </a:r>
          </a:p>
        </p:txBody>
      </p:sp>
      <p:sp>
        <p:nvSpPr>
          <p:cNvPr id="40" name="">
            <a:extLst xmlns:a="http://schemas.openxmlformats.org/drawingml/2006/main">
              <a:ext uri="{FF2B5EF4-FFF2-40B4-BE49-F238E27FC236}">
                <a16:creationId xmlns:a16="http://schemas.microsoft.com/office/drawing/2014/main" id="{0AA20C06-FE25-45FC-8C39-8EABD175AA4F}"/>
              </a:ext>
            </a:extLst>
          </p:cNvPr>
          <p:cNvSpPr>
            <a:spLocks xmlns:a="http://schemas.openxmlformats.org/drawingml/2006/main" noGrp="1"/>
          </p:cNvSpPr>
          <p:nvPr/>
        </p:nvSpPr>
        <p:spPr>
          <a:xfrm xmlns:a="http://schemas.openxmlformats.org/drawingml/2006/main">
            <a:off x="504000" y="964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1">
                <a:solidFill>
                  <a:srgbClr val="0D69B3"/>
                </a:solidFill>
                <a:latin typeface="Aptos"/>
                <a:ea typeface="Aptos"/>
                <a:cs typeface="Aptos"/>
              </a:defRPr>
            </a:defPPr>
            <a:lvl1pPr>
              <a:defRPr sz="1000" b="1">
                <a:solidFill>
                  <a:srgbClr val="0D69B3"/>
                </a:solidFill>
                <a:latin typeface="Aptos"/>
                <a:ea typeface="Aptos"/>
                <a:cs typeface="Aptos"/>
              </a:defRPr>
            </a:lvl1pPr>
            <a:lvl2pPr>
              <a:defRPr sz="1000" b="1">
                <a:solidFill>
                  <a:srgbClr val="0D69B3"/>
                </a:solidFill>
                <a:latin typeface="Aptos"/>
                <a:ea typeface="Aptos"/>
                <a:cs typeface="Aptos"/>
              </a:defRPr>
            </a:lvl2pPr>
            <a:lvl3pPr>
              <a:defRPr sz="1000" b="1">
                <a:solidFill>
                  <a:srgbClr val="0D69B3"/>
                </a:solidFill>
                <a:latin typeface="Aptos"/>
                <a:ea typeface="Aptos"/>
                <a:cs typeface="Aptos"/>
              </a:defRPr>
            </a:lvl3pPr>
            <a:lvl4pPr>
              <a:defRPr sz="1000" b="1">
                <a:solidFill>
                  <a:srgbClr val="0D69B3"/>
                </a:solidFill>
                <a:latin typeface="Aptos"/>
                <a:ea typeface="Aptos"/>
                <a:cs typeface="Aptos"/>
              </a:defRPr>
            </a:lvl4pPr>
            <a:lvl5pPr>
              <a:defRPr sz="1000" b="1">
                <a:solidFill>
                  <a:srgbClr val="0D69B3"/>
                </a:solidFill>
                <a:latin typeface="Aptos"/>
                <a:ea typeface="Aptos"/>
                <a:cs typeface="Aptos"/>
              </a:defRPr>
            </a:lvl5pPr>
            <a:lvl6pPr>
              <a:defRPr sz="1000" b="1">
                <a:solidFill>
                  <a:srgbClr val="0D69B3"/>
                </a:solidFill>
                <a:latin typeface="Aptos"/>
                <a:ea typeface="Aptos"/>
                <a:cs typeface="Aptos"/>
              </a:defRPr>
            </a:lvl6pPr>
            <a:lvl7pPr>
              <a:defRPr sz="1000" b="1">
                <a:solidFill>
                  <a:srgbClr val="0D69B3"/>
                </a:solidFill>
                <a:latin typeface="Aptos"/>
                <a:ea typeface="Aptos"/>
                <a:cs typeface="Aptos"/>
              </a:defRPr>
            </a:lvl7pPr>
            <a:lvl8pPr>
              <a:defRPr sz="1000" b="1">
                <a:solidFill>
                  <a:srgbClr val="0D69B3"/>
                </a:solidFill>
                <a:latin typeface="Aptos"/>
                <a:ea typeface="Aptos"/>
                <a:cs typeface="Aptos"/>
              </a:defRPr>
            </a:lvl8pPr>
            <a:lvl9pPr>
              <a:defRPr sz="1000" b="1">
                <a:solidFill>
                  <a:srgbClr val="0D69B3"/>
                </a:solidFill>
                <a:latin typeface="Aptos"/>
                <a:ea typeface="Aptos"/>
                <a:cs typeface="Aptos"/>
              </a:defRPr>
            </a:lvl9pPr>
          </a:lstStyle>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Tools: Python + ML libraries; Supabase / PostgreSQL; React / Vite;</a:t>
            </a:r>
          </a:p>
          <a:p xmlns:a="http://schemas.openxmlformats.org/drawingml/2006/main">
            <a:pPr>
              <a:defRPr sz="1000" b="1">
                <a:solidFill>
                  <a:srgbClr val="0D69B3"/>
                </a:solidFill>
                <a:latin typeface="Aptos"/>
                <a:ea typeface="Aptos"/>
                <a:cs typeface="Aptos"/>
              </a:defRPr>
            </a:pPr>
            <a:r>
              <a:rPr sz="1000" b="1">
                <a:solidFill>
                  <a:srgbClr val="0D69B3"/>
                </a:solidFill>
                <a:latin typeface="Aptos"/>
                <a:ea typeface="Aptos"/>
                <a:cs typeface="Aptos"/>
              </a:rPr>
              <a:t>n8n; LLM + demo knowledge base.</a:t>
            </a:r>
          </a:p>
        </p:txBody>
      </p:sp>
      <p:sp>
        <p:nvSpPr>
          <p:cNvPr id="41" name="">
            <a:extLst xmlns:a="http://schemas.openxmlformats.org/drawingml/2006/main">
              <a:ext uri="{FF2B5EF4-FFF2-40B4-BE49-F238E27FC236}">
                <a16:creationId xmlns:a16="http://schemas.microsoft.com/office/drawing/2014/main" id="{19DB5329-F4E6-48C6-8E2D-59D9E5232FB3}"/>
              </a:ext>
            </a:extLst>
          </p:cNvPr>
          <p:cNvSpPr>
            <a:spLocks xmlns:a="http://schemas.openxmlformats.org/drawingml/2006/main" noGrp="1"/>
          </p:cNvSpPr>
          <p:nvPr/>
        </p:nvSpPr>
        <p:spPr>
          <a:xfrm xmlns:a="http://schemas.openxmlformats.org/drawingml/2006/main">
            <a:off x="504000" y="10188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00" b="0">
                <a:solidFill>
                  <a:srgbClr val="61738A"/>
                </a:solidFill>
                <a:latin typeface="Aptos"/>
                <a:ea typeface="Aptos"/>
                <a:cs typeface="Aptos"/>
              </a:defRPr>
            </a:defPPr>
            <a:lvl1pPr>
              <a:defRPr sz="800" b="0">
                <a:solidFill>
                  <a:srgbClr val="61738A"/>
                </a:solidFill>
                <a:latin typeface="Aptos"/>
                <a:ea typeface="Aptos"/>
                <a:cs typeface="Aptos"/>
              </a:defRPr>
            </a:lvl1pPr>
            <a:lvl2pPr>
              <a:defRPr sz="800" b="0">
                <a:solidFill>
                  <a:srgbClr val="61738A"/>
                </a:solidFill>
                <a:latin typeface="Aptos"/>
                <a:ea typeface="Aptos"/>
                <a:cs typeface="Aptos"/>
              </a:defRPr>
            </a:lvl2pPr>
            <a:lvl3pPr>
              <a:defRPr sz="800" b="0">
                <a:solidFill>
                  <a:srgbClr val="61738A"/>
                </a:solidFill>
                <a:latin typeface="Aptos"/>
                <a:ea typeface="Aptos"/>
                <a:cs typeface="Aptos"/>
              </a:defRPr>
            </a:lvl3pPr>
            <a:lvl4pPr>
              <a:defRPr sz="800" b="0">
                <a:solidFill>
                  <a:srgbClr val="61738A"/>
                </a:solidFill>
                <a:latin typeface="Aptos"/>
                <a:ea typeface="Aptos"/>
                <a:cs typeface="Aptos"/>
              </a:defRPr>
            </a:lvl4pPr>
            <a:lvl5pPr>
              <a:defRPr sz="800" b="0">
                <a:solidFill>
                  <a:srgbClr val="61738A"/>
                </a:solidFill>
                <a:latin typeface="Aptos"/>
                <a:ea typeface="Aptos"/>
                <a:cs typeface="Aptos"/>
              </a:defRPr>
            </a:lvl5pPr>
            <a:lvl6pPr>
              <a:defRPr sz="800" b="0">
                <a:solidFill>
                  <a:srgbClr val="61738A"/>
                </a:solidFill>
                <a:latin typeface="Aptos"/>
                <a:ea typeface="Aptos"/>
                <a:cs typeface="Aptos"/>
              </a:defRPr>
            </a:lvl6pPr>
            <a:lvl7pPr>
              <a:defRPr sz="800" b="0">
                <a:solidFill>
                  <a:srgbClr val="61738A"/>
                </a:solidFill>
                <a:latin typeface="Aptos"/>
                <a:ea typeface="Aptos"/>
                <a:cs typeface="Aptos"/>
              </a:defRPr>
            </a:lvl7pPr>
            <a:lvl8pPr>
              <a:defRPr sz="800" b="0">
                <a:solidFill>
                  <a:srgbClr val="61738A"/>
                </a:solidFill>
                <a:latin typeface="Aptos"/>
                <a:ea typeface="Aptos"/>
                <a:cs typeface="Aptos"/>
              </a:defRPr>
            </a:lvl8pPr>
            <a:lvl9pPr>
              <a:defRPr sz="800" b="0">
                <a:solidFill>
                  <a:srgbClr val="61738A"/>
                </a:solidFill>
                <a:latin typeface="Aptos"/>
                <a:ea typeface="Aptos"/>
                <a:cs typeface="Aptos"/>
              </a:defRPr>
            </a:lvl9pPr>
          </a:lstStyle>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Source: slides 10–20, 27. [1] Poudel/Lundberg; [2] Liu/Jiang; [3] Ascarza;</a:t>
            </a:r>
          </a:p>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[4] Brynjolfsson et al. Synthetic AUC. SHAP shows attribution, not confirmed causes.</a:t>
            </a:r>
          </a:p>
        </p:txBody>
      </p:sp>
    </p:spTree>
    <p:extLst>
      <p:ext uri="{BB962C8B-B14F-4D97-AF65-F5344CB8AC3E}">
        <p14:creationId xmlns:p14="http://schemas.microsoft.com/office/powerpoint/2010/main" val="7089198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36B92D1-D9F8-4162-B530-35F76C8087DC}"/>
              </a:ext>
            </a:extLst>
          </p:cNvPr>
          <p:cNvSpPr>
            <a:spLocks xmlns:a="http://schemas.openxmlformats.org/drawingml/2006/main" noGrp="1"/>
          </p:cNvSpPr>
          <p:nvPr/>
        </p:nvSpPr>
        <p:spPr>
          <a:xfrm xmlns:a="http://schemas.openxmlformats.org/drawingml/2006/main">
            <a:off x="504000" y="504000"/>
            <a:ext cx="504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1">
                <a:solidFill>
                  <a:srgbClr val="0D69B3"/>
                </a:solidFill>
                <a:latin typeface="Aptos"/>
                <a:ea typeface="Aptos"/>
                <a:cs typeface="Aptos"/>
              </a:defRPr>
            </a:defPPr>
            <a:lvl1pPr>
              <a:defRPr sz="850" b="1">
                <a:solidFill>
                  <a:srgbClr val="0D69B3"/>
                </a:solidFill>
                <a:latin typeface="Aptos"/>
                <a:ea typeface="Aptos"/>
                <a:cs typeface="Aptos"/>
              </a:defRPr>
            </a:lvl1pPr>
            <a:lvl2pPr>
              <a:defRPr sz="850" b="1">
                <a:solidFill>
                  <a:srgbClr val="0D69B3"/>
                </a:solidFill>
                <a:latin typeface="Aptos"/>
                <a:ea typeface="Aptos"/>
                <a:cs typeface="Aptos"/>
              </a:defRPr>
            </a:lvl2pPr>
            <a:lvl3pPr>
              <a:defRPr sz="850" b="1">
                <a:solidFill>
                  <a:srgbClr val="0D69B3"/>
                </a:solidFill>
                <a:latin typeface="Aptos"/>
                <a:ea typeface="Aptos"/>
                <a:cs typeface="Aptos"/>
              </a:defRPr>
            </a:lvl3pPr>
            <a:lvl4pPr>
              <a:defRPr sz="850" b="1">
                <a:solidFill>
                  <a:srgbClr val="0D69B3"/>
                </a:solidFill>
                <a:latin typeface="Aptos"/>
                <a:ea typeface="Aptos"/>
                <a:cs typeface="Aptos"/>
              </a:defRPr>
            </a:lvl4pPr>
            <a:lvl5pPr>
              <a:defRPr sz="850" b="1">
                <a:solidFill>
                  <a:srgbClr val="0D69B3"/>
                </a:solidFill>
                <a:latin typeface="Aptos"/>
                <a:ea typeface="Aptos"/>
                <a:cs typeface="Aptos"/>
              </a:defRPr>
            </a:lvl5pPr>
            <a:lvl6pPr>
              <a:defRPr sz="850" b="1">
                <a:solidFill>
                  <a:srgbClr val="0D69B3"/>
                </a:solidFill>
                <a:latin typeface="Aptos"/>
                <a:ea typeface="Aptos"/>
                <a:cs typeface="Aptos"/>
              </a:defRPr>
            </a:lvl6pPr>
            <a:lvl7pPr>
              <a:defRPr sz="850" b="1">
                <a:solidFill>
                  <a:srgbClr val="0D69B3"/>
                </a:solidFill>
                <a:latin typeface="Aptos"/>
                <a:ea typeface="Aptos"/>
                <a:cs typeface="Aptos"/>
              </a:defRPr>
            </a:lvl7pPr>
            <a:lvl8pPr>
              <a:defRPr sz="850" b="1">
                <a:solidFill>
                  <a:srgbClr val="0D69B3"/>
                </a:solidFill>
                <a:latin typeface="Aptos"/>
                <a:ea typeface="Aptos"/>
                <a:cs typeface="Aptos"/>
              </a:defRPr>
            </a:lvl8pPr>
            <a:lvl9pPr>
              <a:defRPr sz="850" b="1">
                <a:solidFill>
                  <a:srgbClr val="0D69B3"/>
                </a:solidFill>
                <a:latin typeface="Aptos"/>
                <a:ea typeface="Aptos"/>
                <a:cs typeface="Aptos"/>
              </a:defRPr>
            </a:lvl9pPr>
          </a:lstStyle>
          <a:p xmlns:a="http://schemas.openxmlformats.org/drawingml/2006/main">
            <a:pPr>
              <a:defRPr sz="850" b="1">
                <a:solidFill>
                  <a:srgbClr val="0D69B3"/>
                </a:solidFill>
                <a:latin typeface="Aptos"/>
                <a:ea typeface="Aptos"/>
                <a:cs typeface="Aptos"/>
              </a:defRPr>
            </a:pPr>
            <a:r>
              <a:rPr sz="85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EB007463-2C86-414D-97C7-AB102020D2F2}"/>
              </a:ext>
            </a:extLst>
          </p:cNvPr>
          <p:cNvSpPr>
            <a:spLocks xmlns:a="http://schemas.openxmlformats.org/drawingml/2006/main" noGrp="1"/>
          </p:cNvSpPr>
          <p:nvPr/>
        </p:nvSpPr>
        <p:spPr>
          <a:xfrm xmlns:a="http://schemas.openxmlformats.org/drawingml/2006/main">
            <a:off x="6084000" y="504000"/>
            <a:ext cx="97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0">
                <a:solidFill>
                  <a:srgbClr val="61738A"/>
                </a:solidFill>
                <a:latin typeface="Aptos"/>
                <a:ea typeface="Aptos"/>
                <a:cs typeface="Aptos"/>
              </a:defRPr>
            </a:defPPr>
            <a:lvl1pPr>
              <a:defRPr sz="850" b="0">
                <a:solidFill>
                  <a:srgbClr val="61738A"/>
                </a:solidFill>
                <a:latin typeface="Aptos"/>
                <a:ea typeface="Aptos"/>
                <a:cs typeface="Aptos"/>
              </a:defRPr>
            </a:lvl1pPr>
            <a:lvl2pPr>
              <a:defRPr sz="850" b="0">
                <a:solidFill>
                  <a:srgbClr val="61738A"/>
                </a:solidFill>
                <a:latin typeface="Aptos"/>
                <a:ea typeface="Aptos"/>
                <a:cs typeface="Aptos"/>
              </a:defRPr>
            </a:lvl2pPr>
            <a:lvl3pPr>
              <a:defRPr sz="850" b="0">
                <a:solidFill>
                  <a:srgbClr val="61738A"/>
                </a:solidFill>
                <a:latin typeface="Aptos"/>
                <a:ea typeface="Aptos"/>
                <a:cs typeface="Aptos"/>
              </a:defRPr>
            </a:lvl3pPr>
            <a:lvl4pPr>
              <a:defRPr sz="850" b="0">
                <a:solidFill>
                  <a:srgbClr val="61738A"/>
                </a:solidFill>
                <a:latin typeface="Aptos"/>
                <a:ea typeface="Aptos"/>
                <a:cs typeface="Aptos"/>
              </a:defRPr>
            </a:lvl4pPr>
            <a:lvl5pPr>
              <a:defRPr sz="850" b="0">
                <a:solidFill>
                  <a:srgbClr val="61738A"/>
                </a:solidFill>
                <a:latin typeface="Aptos"/>
                <a:ea typeface="Aptos"/>
                <a:cs typeface="Aptos"/>
              </a:defRPr>
            </a:lvl5pPr>
            <a:lvl6pPr>
              <a:defRPr sz="850" b="0">
                <a:solidFill>
                  <a:srgbClr val="61738A"/>
                </a:solidFill>
                <a:latin typeface="Aptos"/>
                <a:ea typeface="Aptos"/>
                <a:cs typeface="Aptos"/>
              </a:defRPr>
            </a:lvl6pPr>
            <a:lvl7pPr>
              <a:defRPr sz="850" b="0">
                <a:solidFill>
                  <a:srgbClr val="61738A"/>
                </a:solidFill>
                <a:latin typeface="Aptos"/>
                <a:ea typeface="Aptos"/>
                <a:cs typeface="Aptos"/>
              </a:defRPr>
            </a:lvl7pPr>
            <a:lvl8pPr>
              <a:defRPr sz="850" b="0">
                <a:solidFill>
                  <a:srgbClr val="61738A"/>
                </a:solidFill>
                <a:latin typeface="Aptos"/>
                <a:ea typeface="Aptos"/>
                <a:cs typeface="Aptos"/>
              </a:defRPr>
            </a:lvl8pPr>
            <a:lvl9pPr>
              <a:defRPr sz="850" b="0">
                <a:solidFill>
                  <a:srgbClr val="61738A"/>
                </a:solidFill>
                <a:latin typeface="Aptos"/>
                <a:ea typeface="Aptos"/>
                <a:cs typeface="Aptos"/>
              </a:defRPr>
            </a:lvl9pPr>
          </a:lstStyle>
          <a:p xmlns:a="http://schemas.openxmlformats.org/drawingml/2006/main">
            <a:pPr>
              <a:defRPr sz="850" b="0">
                <a:solidFill>
                  <a:srgbClr val="61738A"/>
                </a:solidFill>
                <a:latin typeface="Aptos"/>
                <a:ea typeface="Aptos"/>
                <a:cs typeface="Aptos"/>
              </a:defRPr>
            </a:pPr>
            <a:r>
              <a:rPr sz="850" b="0">
                <a:solidFill>
                  <a:srgbClr val="61738A"/>
                </a:solidFill>
                <a:latin typeface="Aptos"/>
                <a:ea typeface="Aptos"/>
                <a:cs typeface="Aptos"/>
              </a:rPr>
              <a:t>VALUE   4/6</a:t>
            </a:r>
          </a:p>
        </p:txBody>
      </p:sp>
      <p:sp>
        <p:nvSpPr>
          <p:cNvPr id="3" name="">
            <a:extLst xmlns:a="http://schemas.openxmlformats.org/drawingml/2006/main">
              <a:ext uri="{FF2B5EF4-FFF2-40B4-BE49-F238E27FC236}">
                <a16:creationId xmlns:a16="http://schemas.microsoft.com/office/drawing/2014/main" id="{9400A492-50E8-4A7A-B865-46C07A98B27D}"/>
              </a:ext>
            </a:extLst>
          </p:cNvPr>
          <p:cNvSpPr>
            <a:spLocks xmlns:a="http://schemas.openxmlformats.org/drawingml/2006/main" noGrp="1"/>
          </p:cNvSpPr>
          <p:nvPr/>
        </p:nvSpPr>
        <p:spPr>
          <a:xfrm xmlns:a="http://schemas.openxmlformats.org/drawingml/2006/main">
            <a:off x="504000" y="82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Business Value and Evidence</a:t>
            </a:r>
          </a:p>
        </p:txBody>
      </p:sp>
      <p:sp>
        <p:nvSpPr>
          <p:cNvPr id="4" name="">
            <a:extLst xmlns:a="http://schemas.openxmlformats.org/drawingml/2006/main">
              <a:ext uri="{FF2B5EF4-FFF2-40B4-BE49-F238E27FC236}">
                <a16:creationId xmlns:a16="http://schemas.microsoft.com/office/drawing/2014/main" id="{90ED6C20-CD75-4B57-8740-1FB2CB7A428D}"/>
              </a:ext>
            </a:extLst>
          </p:cNvPr>
          <p:cNvSpPr>
            <a:spLocks xmlns:a="http://schemas.openxmlformats.org/drawingml/2006/main" noGrp="1"/>
          </p:cNvSpPr>
          <p:nvPr/>
        </p:nvSpPr>
        <p:spPr>
          <a:xfrm xmlns:a="http://schemas.openxmlformats.org/drawingml/2006/main">
            <a:off x="504000" y="1332000"/>
            <a:ext cx="540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04FFC73-8B87-4756-9C6C-57977CC56A28}"/>
              </a:ext>
            </a:extLst>
          </p:cNvPr>
          <p:cNvSpPr>
            <a:spLocks xmlns:a="http://schemas.openxmlformats.org/drawingml/2006/main" noGrp="1"/>
          </p:cNvSpPr>
          <p:nvPr/>
        </p:nvSpPr>
        <p:spPr>
          <a:xfrm xmlns:a="http://schemas.openxmlformats.org/drawingml/2006/main">
            <a:off x="504000" y="1620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Illustrative 12-month rollout</a:t>
            </a:r>
          </a:p>
        </p:txBody>
      </p:sp>
      <p:sp>
        <p:nvSpPr>
          <p:cNvPr id="6" name="">
            <a:extLst xmlns:a="http://schemas.openxmlformats.org/drawingml/2006/main">
              <a:ext uri="{FF2B5EF4-FFF2-40B4-BE49-F238E27FC236}">
                <a16:creationId xmlns:a16="http://schemas.microsoft.com/office/drawing/2014/main" id="{CCC74F8F-E238-4C5D-A666-E06C6E953620}"/>
              </a:ext>
            </a:extLst>
          </p:cNvPr>
          <p:cNvSpPr>
            <a:spLocks xmlns:a="http://schemas.openxmlformats.org/drawingml/2006/main" noGrp="1"/>
          </p:cNvSpPr>
          <p:nvPr/>
        </p:nvSpPr>
        <p:spPr>
          <a:xfrm xmlns:a="http://schemas.openxmlformats.org/drawingml/2006/main">
            <a:off x="504000" y="1944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1738A"/>
                </a:solidFill>
                <a:latin typeface="Aptos"/>
                <a:ea typeface="Aptos"/>
                <a:cs typeface="Aptos"/>
              </a:defRPr>
            </a:defPPr>
            <a:lvl1pPr>
              <a:defRPr sz="1050" b="0">
                <a:solidFill>
                  <a:srgbClr val="61738A"/>
                </a:solidFill>
                <a:latin typeface="Aptos"/>
                <a:ea typeface="Aptos"/>
                <a:cs typeface="Aptos"/>
              </a:defRPr>
            </a:lvl1pPr>
            <a:lvl2pPr>
              <a:defRPr sz="1050" b="0">
                <a:solidFill>
                  <a:srgbClr val="61738A"/>
                </a:solidFill>
                <a:latin typeface="Aptos"/>
                <a:ea typeface="Aptos"/>
                <a:cs typeface="Aptos"/>
              </a:defRPr>
            </a:lvl2pPr>
            <a:lvl3pPr>
              <a:defRPr sz="1050" b="0">
                <a:solidFill>
                  <a:srgbClr val="61738A"/>
                </a:solidFill>
                <a:latin typeface="Aptos"/>
                <a:ea typeface="Aptos"/>
                <a:cs typeface="Aptos"/>
              </a:defRPr>
            </a:lvl3pPr>
            <a:lvl4pPr>
              <a:defRPr sz="1050" b="0">
                <a:solidFill>
                  <a:srgbClr val="61738A"/>
                </a:solidFill>
                <a:latin typeface="Aptos"/>
                <a:ea typeface="Aptos"/>
                <a:cs typeface="Aptos"/>
              </a:defRPr>
            </a:lvl4pPr>
            <a:lvl5pPr>
              <a:defRPr sz="1050" b="0">
                <a:solidFill>
                  <a:srgbClr val="61738A"/>
                </a:solidFill>
                <a:latin typeface="Aptos"/>
                <a:ea typeface="Aptos"/>
                <a:cs typeface="Aptos"/>
              </a:defRPr>
            </a:lvl5pPr>
            <a:lvl6pPr>
              <a:defRPr sz="1050" b="0">
                <a:solidFill>
                  <a:srgbClr val="61738A"/>
                </a:solidFill>
                <a:latin typeface="Aptos"/>
                <a:ea typeface="Aptos"/>
                <a:cs typeface="Aptos"/>
              </a:defRPr>
            </a:lvl6pPr>
            <a:lvl7pPr>
              <a:defRPr sz="1050" b="0">
                <a:solidFill>
                  <a:srgbClr val="61738A"/>
                </a:solidFill>
                <a:latin typeface="Aptos"/>
                <a:ea typeface="Aptos"/>
                <a:cs typeface="Aptos"/>
              </a:defRPr>
            </a:lvl7pPr>
            <a:lvl8pPr>
              <a:defRPr sz="1050" b="0">
                <a:solidFill>
                  <a:srgbClr val="61738A"/>
                </a:solidFill>
                <a:latin typeface="Aptos"/>
                <a:ea typeface="Aptos"/>
                <a:cs typeface="Aptos"/>
              </a:defRPr>
            </a:lvl8pPr>
            <a:lvl9pPr>
              <a:defRPr sz="1050" b="0">
                <a:solidFill>
                  <a:srgbClr val="61738A"/>
                </a:solidFill>
                <a:latin typeface="Aptos"/>
                <a:ea typeface="Aptos"/>
                <a:cs typeface="Aptos"/>
              </a:defRPr>
            </a:lvl9pPr>
          </a:lstStyle>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Reuse the prediction model, SHAP and customer-care platform.</a:t>
            </a:r>
          </a:p>
        </p:txBody>
      </p:sp>
      <p:sp>
        <p:nvSpPr>
          <p:cNvPr id="7" name="">
            <a:extLst xmlns:a="http://schemas.openxmlformats.org/drawingml/2006/main">
              <a:ext uri="{FF2B5EF4-FFF2-40B4-BE49-F238E27FC236}">
                <a16:creationId xmlns:a16="http://schemas.microsoft.com/office/drawing/2014/main" id="{F21D7005-09B8-4620-ACD1-E980373E78E4}"/>
              </a:ext>
            </a:extLst>
          </p:cNvPr>
          <p:cNvSpPr>
            <a:spLocks xmlns:a="http://schemas.openxmlformats.org/drawingml/2006/main" noGrp="1"/>
          </p:cNvSpPr>
          <p:nvPr/>
        </p:nvSpPr>
        <p:spPr>
          <a:xfrm xmlns:a="http://schemas.openxmlformats.org/drawingml/2006/main">
            <a:off x="504000" y="2412000"/>
            <a:ext cx="3096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142C48"/>
                </a:solidFill>
                <a:latin typeface="Aptos"/>
                <a:ea typeface="Aptos"/>
                <a:cs typeface="Aptos"/>
              </a:defRPr>
            </a:defPPr>
            <a:lvl1pPr>
              <a:defRPr sz="2700" b="1">
                <a:solidFill>
                  <a:srgbClr val="142C48"/>
                </a:solidFill>
                <a:latin typeface="Aptos"/>
                <a:ea typeface="Aptos"/>
                <a:cs typeface="Aptos"/>
              </a:defRPr>
            </a:lvl1pPr>
            <a:lvl2pPr>
              <a:defRPr sz="2700" b="1">
                <a:solidFill>
                  <a:srgbClr val="142C48"/>
                </a:solidFill>
                <a:latin typeface="Aptos"/>
                <a:ea typeface="Aptos"/>
                <a:cs typeface="Aptos"/>
              </a:defRPr>
            </a:lvl2pPr>
            <a:lvl3pPr>
              <a:defRPr sz="2700" b="1">
                <a:solidFill>
                  <a:srgbClr val="142C48"/>
                </a:solidFill>
                <a:latin typeface="Aptos"/>
                <a:ea typeface="Aptos"/>
                <a:cs typeface="Aptos"/>
              </a:defRPr>
            </a:lvl3pPr>
            <a:lvl4pPr>
              <a:defRPr sz="2700" b="1">
                <a:solidFill>
                  <a:srgbClr val="142C48"/>
                </a:solidFill>
                <a:latin typeface="Aptos"/>
                <a:ea typeface="Aptos"/>
                <a:cs typeface="Aptos"/>
              </a:defRPr>
            </a:lvl4pPr>
            <a:lvl5pPr>
              <a:defRPr sz="2700" b="1">
                <a:solidFill>
                  <a:srgbClr val="142C48"/>
                </a:solidFill>
                <a:latin typeface="Aptos"/>
                <a:ea typeface="Aptos"/>
                <a:cs typeface="Aptos"/>
              </a:defRPr>
            </a:lvl5pPr>
            <a:lvl6pPr>
              <a:defRPr sz="2700" b="1">
                <a:solidFill>
                  <a:srgbClr val="142C48"/>
                </a:solidFill>
                <a:latin typeface="Aptos"/>
                <a:ea typeface="Aptos"/>
                <a:cs typeface="Aptos"/>
              </a:defRPr>
            </a:lvl6pPr>
            <a:lvl7pPr>
              <a:defRPr sz="2700" b="1">
                <a:solidFill>
                  <a:srgbClr val="142C48"/>
                </a:solidFill>
                <a:latin typeface="Aptos"/>
                <a:ea typeface="Aptos"/>
                <a:cs typeface="Aptos"/>
              </a:defRPr>
            </a:lvl7pPr>
            <a:lvl8pPr>
              <a:defRPr sz="2700" b="1">
                <a:solidFill>
                  <a:srgbClr val="142C48"/>
                </a:solidFill>
                <a:latin typeface="Aptos"/>
                <a:ea typeface="Aptos"/>
                <a:cs typeface="Aptos"/>
              </a:defRPr>
            </a:lvl8pPr>
            <a:lvl9pPr>
              <a:defRPr sz="2700" b="1">
                <a:solidFill>
                  <a:srgbClr val="142C48"/>
                </a:solidFill>
                <a:latin typeface="Aptos"/>
                <a:ea typeface="Aptos"/>
                <a:cs typeface="Aptos"/>
              </a:defRPr>
            </a:lvl9pPr>
          </a:lstStyle>
          <a:p xmlns:a="http://schemas.openxmlformats.org/drawingml/2006/main">
            <a:pPr>
              <a:defRPr sz="2700" b="1">
                <a:solidFill>
                  <a:srgbClr val="142C48"/>
                </a:solidFill>
                <a:latin typeface="Aptos"/>
                <a:ea typeface="Aptos"/>
                <a:cs typeface="Aptos"/>
              </a:defRPr>
            </a:pPr>
            <a:r>
              <a:rPr sz="2700" b="1">
                <a:solidFill>
                  <a:srgbClr val="142C48"/>
                </a:solidFill>
                <a:latin typeface="Aptos"/>
                <a:ea typeface="Aptos"/>
                <a:cs typeface="Aptos"/>
              </a:rPr>
              <a:t>7,400</a:t>
            </a:r>
          </a:p>
        </p:txBody>
      </p:sp>
      <p:sp>
        <p:nvSpPr>
          <p:cNvPr id="8" name="">
            <a:extLst xmlns:a="http://schemas.openxmlformats.org/drawingml/2006/main">
              <a:ext uri="{FF2B5EF4-FFF2-40B4-BE49-F238E27FC236}">
                <a16:creationId xmlns:a16="http://schemas.microsoft.com/office/drawing/2014/main" id="{16F0AB0F-BC85-4111-8DE6-F2ED5F4C830B}"/>
              </a:ext>
            </a:extLst>
          </p:cNvPr>
          <p:cNvSpPr>
            <a:spLocks xmlns:a="http://schemas.openxmlformats.org/drawingml/2006/main" noGrp="1"/>
          </p:cNvSpPr>
          <p:nvPr/>
        </p:nvSpPr>
        <p:spPr>
          <a:xfrm xmlns:a="http://schemas.openxmlformats.org/drawingml/2006/main">
            <a:off x="3960000" y="2412000"/>
            <a:ext cx="3096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700" b="1">
                <a:solidFill>
                  <a:srgbClr val="0D69B3"/>
                </a:solidFill>
                <a:latin typeface="Aptos"/>
                <a:ea typeface="Aptos"/>
                <a:cs typeface="Aptos"/>
              </a:defRPr>
            </a:defPPr>
            <a:lvl1pPr>
              <a:defRPr sz="2700" b="1">
                <a:solidFill>
                  <a:srgbClr val="0D69B3"/>
                </a:solidFill>
                <a:latin typeface="Aptos"/>
                <a:ea typeface="Aptos"/>
                <a:cs typeface="Aptos"/>
              </a:defRPr>
            </a:lvl1pPr>
            <a:lvl2pPr>
              <a:defRPr sz="2700" b="1">
                <a:solidFill>
                  <a:srgbClr val="0D69B3"/>
                </a:solidFill>
                <a:latin typeface="Aptos"/>
                <a:ea typeface="Aptos"/>
                <a:cs typeface="Aptos"/>
              </a:defRPr>
            </a:lvl2pPr>
            <a:lvl3pPr>
              <a:defRPr sz="2700" b="1">
                <a:solidFill>
                  <a:srgbClr val="0D69B3"/>
                </a:solidFill>
                <a:latin typeface="Aptos"/>
                <a:ea typeface="Aptos"/>
                <a:cs typeface="Aptos"/>
              </a:defRPr>
            </a:lvl3pPr>
            <a:lvl4pPr>
              <a:defRPr sz="2700" b="1">
                <a:solidFill>
                  <a:srgbClr val="0D69B3"/>
                </a:solidFill>
                <a:latin typeface="Aptos"/>
                <a:ea typeface="Aptos"/>
                <a:cs typeface="Aptos"/>
              </a:defRPr>
            </a:lvl4pPr>
            <a:lvl5pPr>
              <a:defRPr sz="2700" b="1">
                <a:solidFill>
                  <a:srgbClr val="0D69B3"/>
                </a:solidFill>
                <a:latin typeface="Aptos"/>
                <a:ea typeface="Aptos"/>
                <a:cs typeface="Aptos"/>
              </a:defRPr>
            </a:lvl5pPr>
            <a:lvl6pPr>
              <a:defRPr sz="2700" b="1">
                <a:solidFill>
                  <a:srgbClr val="0D69B3"/>
                </a:solidFill>
                <a:latin typeface="Aptos"/>
                <a:ea typeface="Aptos"/>
                <a:cs typeface="Aptos"/>
              </a:defRPr>
            </a:lvl6pPr>
            <a:lvl7pPr>
              <a:defRPr sz="2700" b="1">
                <a:solidFill>
                  <a:srgbClr val="0D69B3"/>
                </a:solidFill>
                <a:latin typeface="Aptos"/>
                <a:ea typeface="Aptos"/>
                <a:cs typeface="Aptos"/>
              </a:defRPr>
            </a:lvl7pPr>
            <a:lvl8pPr>
              <a:defRPr sz="2700" b="1">
                <a:solidFill>
                  <a:srgbClr val="0D69B3"/>
                </a:solidFill>
                <a:latin typeface="Aptos"/>
                <a:ea typeface="Aptos"/>
                <a:cs typeface="Aptos"/>
              </a:defRPr>
            </a:lvl8pPr>
            <a:lvl9pPr>
              <a:defRPr sz="2700" b="1">
                <a:solidFill>
                  <a:srgbClr val="0D69B3"/>
                </a:solidFill>
                <a:latin typeface="Aptos"/>
                <a:ea typeface="Aptos"/>
                <a:cs typeface="Aptos"/>
              </a:defRPr>
            </a:lvl9pPr>
          </a:lstStyle>
          <a:p xmlns:a="http://schemas.openxmlformats.org/drawingml/2006/main">
            <a:pPr>
              <a:defRPr sz="2700" b="1">
                <a:solidFill>
                  <a:srgbClr val="0D69B3"/>
                </a:solidFill>
                <a:latin typeface="Aptos"/>
                <a:ea typeface="Aptos"/>
                <a:cs typeface="Aptos"/>
              </a:defRPr>
            </a:pPr>
            <a:r>
              <a:rPr sz="2700" b="1">
                <a:solidFill>
                  <a:srgbClr val="0D69B3"/>
                </a:solidFill>
                <a:latin typeface="Aptos"/>
                <a:ea typeface="Aptos"/>
                <a:cs typeface="Aptos"/>
              </a:rPr>
              <a:t>54.9%</a:t>
            </a:r>
          </a:p>
        </p:txBody>
      </p:sp>
      <p:sp>
        <p:nvSpPr>
          <p:cNvPr id="9" name="">
            <a:extLst xmlns:a="http://schemas.openxmlformats.org/drawingml/2006/main">
              <a:ext uri="{FF2B5EF4-FFF2-40B4-BE49-F238E27FC236}">
                <a16:creationId xmlns:a16="http://schemas.microsoft.com/office/drawing/2014/main" id="{457C6995-7701-41C8-87C7-6B7AB34CD560}"/>
              </a:ext>
            </a:extLst>
          </p:cNvPr>
          <p:cNvSpPr>
            <a:spLocks xmlns:a="http://schemas.openxmlformats.org/drawingml/2006/main" noGrp="1"/>
          </p:cNvSpPr>
          <p:nvPr/>
        </p:nvSpPr>
        <p:spPr>
          <a:xfrm xmlns:a="http://schemas.openxmlformats.org/drawingml/2006/main">
            <a:off x="504000" y="2952000"/>
            <a:ext cx="30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1738A"/>
                </a:solidFill>
                <a:latin typeface="Aptos"/>
                <a:ea typeface="Aptos"/>
                <a:cs typeface="Aptos"/>
              </a:defRPr>
            </a:defPPr>
            <a:lvl1pPr>
              <a:defRPr sz="1050" b="0">
                <a:solidFill>
                  <a:srgbClr val="61738A"/>
                </a:solidFill>
                <a:latin typeface="Aptos"/>
                <a:ea typeface="Aptos"/>
                <a:cs typeface="Aptos"/>
              </a:defRPr>
            </a:lvl1pPr>
            <a:lvl2pPr>
              <a:defRPr sz="1050" b="0">
                <a:solidFill>
                  <a:srgbClr val="61738A"/>
                </a:solidFill>
                <a:latin typeface="Aptos"/>
                <a:ea typeface="Aptos"/>
                <a:cs typeface="Aptos"/>
              </a:defRPr>
            </a:lvl2pPr>
            <a:lvl3pPr>
              <a:defRPr sz="1050" b="0">
                <a:solidFill>
                  <a:srgbClr val="61738A"/>
                </a:solidFill>
                <a:latin typeface="Aptos"/>
                <a:ea typeface="Aptos"/>
                <a:cs typeface="Aptos"/>
              </a:defRPr>
            </a:lvl3pPr>
            <a:lvl4pPr>
              <a:defRPr sz="1050" b="0">
                <a:solidFill>
                  <a:srgbClr val="61738A"/>
                </a:solidFill>
                <a:latin typeface="Aptos"/>
                <a:ea typeface="Aptos"/>
                <a:cs typeface="Aptos"/>
              </a:defRPr>
            </a:lvl4pPr>
            <a:lvl5pPr>
              <a:defRPr sz="1050" b="0">
                <a:solidFill>
                  <a:srgbClr val="61738A"/>
                </a:solidFill>
                <a:latin typeface="Aptos"/>
                <a:ea typeface="Aptos"/>
                <a:cs typeface="Aptos"/>
              </a:defRPr>
            </a:lvl5pPr>
            <a:lvl6pPr>
              <a:defRPr sz="1050" b="0">
                <a:solidFill>
                  <a:srgbClr val="61738A"/>
                </a:solidFill>
                <a:latin typeface="Aptos"/>
                <a:ea typeface="Aptos"/>
                <a:cs typeface="Aptos"/>
              </a:defRPr>
            </a:lvl6pPr>
            <a:lvl7pPr>
              <a:defRPr sz="1050" b="0">
                <a:solidFill>
                  <a:srgbClr val="61738A"/>
                </a:solidFill>
                <a:latin typeface="Aptos"/>
                <a:ea typeface="Aptos"/>
                <a:cs typeface="Aptos"/>
              </a:defRPr>
            </a:lvl7pPr>
            <a:lvl8pPr>
              <a:defRPr sz="1050" b="0">
                <a:solidFill>
                  <a:srgbClr val="61738A"/>
                </a:solidFill>
                <a:latin typeface="Aptos"/>
                <a:ea typeface="Aptos"/>
                <a:cs typeface="Aptos"/>
              </a:defRPr>
            </a:lvl8pPr>
            <a:lvl9pPr>
              <a:defRPr sz="1050" b="0">
                <a:solidFill>
                  <a:srgbClr val="61738A"/>
                </a:solidFill>
                <a:latin typeface="Aptos"/>
                <a:ea typeface="Aptos"/>
                <a:cs typeface="Aptos"/>
              </a:defRPr>
            </a:lvl9pPr>
          </a:lstStyle>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additional retained/month</a:t>
            </a:r>
          </a:p>
        </p:txBody>
      </p:sp>
      <p:sp>
        <p:nvSpPr>
          <p:cNvPr id="10" name="">
            <a:extLst xmlns:a="http://schemas.openxmlformats.org/drawingml/2006/main">
              <a:ext uri="{FF2B5EF4-FFF2-40B4-BE49-F238E27FC236}">
                <a16:creationId xmlns:a16="http://schemas.microsoft.com/office/drawing/2014/main" id="{4AE84C48-63C0-42AE-B961-320ADE0F3130}"/>
              </a:ext>
            </a:extLst>
          </p:cNvPr>
          <p:cNvSpPr>
            <a:spLocks xmlns:a="http://schemas.openxmlformats.org/drawingml/2006/main" noGrp="1"/>
          </p:cNvSpPr>
          <p:nvPr/>
        </p:nvSpPr>
        <p:spPr>
          <a:xfrm xmlns:a="http://schemas.openxmlformats.org/drawingml/2006/main">
            <a:off x="3960000" y="2952000"/>
            <a:ext cx="3096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61738A"/>
                </a:solidFill>
                <a:latin typeface="Aptos"/>
                <a:ea typeface="Aptos"/>
                <a:cs typeface="Aptos"/>
              </a:defRPr>
            </a:defPPr>
            <a:lvl1pPr>
              <a:defRPr sz="1050" b="0">
                <a:solidFill>
                  <a:srgbClr val="61738A"/>
                </a:solidFill>
                <a:latin typeface="Aptos"/>
                <a:ea typeface="Aptos"/>
                <a:cs typeface="Aptos"/>
              </a:defRPr>
            </a:lvl1pPr>
            <a:lvl2pPr>
              <a:defRPr sz="1050" b="0">
                <a:solidFill>
                  <a:srgbClr val="61738A"/>
                </a:solidFill>
                <a:latin typeface="Aptos"/>
                <a:ea typeface="Aptos"/>
                <a:cs typeface="Aptos"/>
              </a:defRPr>
            </a:lvl2pPr>
            <a:lvl3pPr>
              <a:defRPr sz="1050" b="0">
                <a:solidFill>
                  <a:srgbClr val="61738A"/>
                </a:solidFill>
                <a:latin typeface="Aptos"/>
                <a:ea typeface="Aptos"/>
                <a:cs typeface="Aptos"/>
              </a:defRPr>
            </a:lvl3pPr>
            <a:lvl4pPr>
              <a:defRPr sz="1050" b="0">
                <a:solidFill>
                  <a:srgbClr val="61738A"/>
                </a:solidFill>
                <a:latin typeface="Aptos"/>
                <a:ea typeface="Aptos"/>
                <a:cs typeface="Aptos"/>
              </a:defRPr>
            </a:lvl4pPr>
            <a:lvl5pPr>
              <a:defRPr sz="1050" b="0">
                <a:solidFill>
                  <a:srgbClr val="61738A"/>
                </a:solidFill>
                <a:latin typeface="Aptos"/>
                <a:ea typeface="Aptos"/>
                <a:cs typeface="Aptos"/>
              </a:defRPr>
            </a:lvl5pPr>
            <a:lvl6pPr>
              <a:defRPr sz="1050" b="0">
                <a:solidFill>
                  <a:srgbClr val="61738A"/>
                </a:solidFill>
                <a:latin typeface="Aptos"/>
                <a:ea typeface="Aptos"/>
                <a:cs typeface="Aptos"/>
              </a:defRPr>
            </a:lvl6pPr>
            <a:lvl7pPr>
              <a:defRPr sz="1050" b="0">
                <a:solidFill>
                  <a:srgbClr val="61738A"/>
                </a:solidFill>
                <a:latin typeface="Aptos"/>
                <a:ea typeface="Aptos"/>
                <a:cs typeface="Aptos"/>
              </a:defRPr>
            </a:lvl7pPr>
            <a:lvl8pPr>
              <a:defRPr sz="1050" b="0">
                <a:solidFill>
                  <a:srgbClr val="61738A"/>
                </a:solidFill>
                <a:latin typeface="Aptos"/>
                <a:ea typeface="Aptos"/>
                <a:cs typeface="Aptos"/>
              </a:defRPr>
            </a:lvl8pPr>
            <a:lvl9pPr>
              <a:defRPr sz="1050" b="0">
                <a:solidFill>
                  <a:srgbClr val="61738A"/>
                </a:solidFill>
                <a:latin typeface="Aptos"/>
                <a:ea typeface="Aptos"/>
                <a:cs typeface="Aptos"/>
              </a:defRPr>
            </a:lvl9pPr>
          </a:lstStyle>
          <a:p xmlns:a="http://schemas.openxmlformats.org/drawingml/2006/main">
            <a:pPr>
              <a:defRPr sz="1050" b="0">
                <a:solidFill>
                  <a:srgbClr val="61738A"/>
                </a:solidFill>
                <a:latin typeface="Aptos"/>
                <a:ea typeface="Aptos"/>
                <a:cs typeface="Aptos"/>
              </a:defRPr>
            </a:pPr>
            <a:r>
              <a:rPr sz="1050" b="0">
                <a:solidFill>
                  <a:srgbClr val="61738A"/>
                </a:solidFill>
                <a:latin typeface="Aptos"/>
                <a:ea typeface="Aptos"/>
                <a:cs typeface="Aptos"/>
              </a:rPr>
              <a:t>base first-year ROI</a:t>
            </a:r>
          </a:p>
        </p:txBody>
      </p:sp>
      <p:sp>
        <p:nvSpPr>
          <p:cNvPr id="11" name="">
            <a:extLst xmlns:a="http://schemas.openxmlformats.org/drawingml/2006/main">
              <a:ext uri="{FF2B5EF4-FFF2-40B4-BE49-F238E27FC236}">
                <a16:creationId xmlns:a16="http://schemas.microsoft.com/office/drawing/2014/main" id="{D79F2BD7-27EB-4AD2-BB6F-B55FABF92122}"/>
              </a:ext>
            </a:extLst>
          </p:cNvPr>
          <p:cNvSpPr>
            <a:spLocks xmlns:a="http://schemas.openxmlformats.org/drawingml/2006/main" noGrp="1"/>
          </p:cNvSpPr>
          <p:nvPr/>
        </p:nvSpPr>
        <p:spPr>
          <a:xfrm xmlns:a="http://schemas.openxmlformats.org/drawingml/2006/main">
            <a:off x="504000" y="3348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88,800/year, equivalent to an assumed 11.38% relative reduction</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in baseline company churn. These are scenarios, not measured impact.</a:t>
            </a:r>
          </a:p>
        </p:txBody>
      </p:sp>
      <p:graphicFrame>
        <p:nvGraphicFramePr>
          <p:cNvPr id="12" name="">
            <a:extLst xmlns:a="http://schemas.openxmlformats.org/drawingml/2006/main">
              <a:ext uri="{FF2B5EF4-FFF2-40B4-BE49-F238E27FC236}">
                <a16:creationId xmlns:a16="http://schemas.microsoft.com/office/drawing/2014/main" id="{24784779-B87D-4A41-88F8-6D7FBF6C4237}"/>
              </a:ext>
            </a:extLst>
          </p:cNvPr>
          <p:cNvGraphicFramePr/>
          <p:nvPr/>
        </p:nvGraphicFramePr>
        <p:xfrm>
          <a:off xmlns:a="http://schemas.openxmlformats.org/drawingml/2006/main" x="504000" y="3996000"/>
          <a:ext xmlns:a="http://schemas.openxmlformats.org/drawingml/2006/main" cx="6552000" cy="900000"/>
        </p:xfrm>
        <a:graphic xmlns:a="http://schemas.openxmlformats.org/drawingml/2006/main">
          <a:graphicData uri="http://schemas.openxmlformats.org/drawingml/2006/table">
            <a:tbl>
              <a:tblPr/>
              <a:tblGrid>
                <a:gridCol w="3348000"/>
                <a:gridCol w="1440000"/>
                <a:gridCol w="1764000"/>
              </a:tblGrid>
              <a:tr h="300000">
                <a:tc>
                  <a:txBody>
                    <a:bodyPr/>
                    <a:lstStyle/>
                    <a:p>
                      <a:r>
                        <a:rPr sz="1000" b="1">
                          <a:solidFill>
                            <a:srgbClr val="0D69B3"/>
                          </a:solidFill>
                          <a:latin typeface="Aptos"/>
                          <a:ea typeface="Aptos"/>
                          <a:cs typeface="Aptos"/>
                        </a:rPr>
                        <a:t>Customer group / month</a:t>
                      </a:r>
                    </a:p>
                  </a:txBody>
                  <a:tcPr marL="47625" marR="47625" marT="19050" marB="19050">
                    <a:lnL w="3810">
                      <a:solidFill>
                        <a:srgbClr val="DAE3EB"/>
                      </a:solidFill>
                    </a:lnL>
                    <a:lnR w="3810">
                      <a:solidFill>
                        <a:srgbClr val="DAE3EB"/>
                      </a:solidFill>
                    </a:lnR>
                    <a:lnT w="3810">
                      <a:solidFill>
                        <a:srgbClr val="DAE3EB"/>
                      </a:solidFill>
                    </a:lnT>
                    <a:lnB w="3810">
                      <a:solidFill>
                        <a:srgbClr val="DAE3EB"/>
                      </a:solidFill>
                    </a:lnB>
                    <a:solidFill>
                      <a:srgbClr val="F4F8FC"/>
                    </a:solidFill>
                  </a:tcPr>
                </a:tc>
                <a:tc>
                  <a:txBody>
                    <a:bodyPr/>
                    <a:lstStyle/>
                    <a:p>
                      <a:r>
                        <a:rPr sz="1000" b="1">
                          <a:solidFill>
                            <a:srgbClr val="0D69B3"/>
                          </a:solidFill>
                          <a:latin typeface="Aptos"/>
                          <a:ea typeface="Aptos"/>
                          <a:cs typeface="Aptos"/>
                        </a:rPr>
                        <a:t>Rate change</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c>
                  <a:txBody>
                    <a:bodyPr/>
                    <a:lstStyle/>
                    <a:p>
                      <a:r>
                        <a:rPr sz="1000" b="1">
                          <a:solidFill>
                            <a:srgbClr val="0D69B3"/>
                          </a:solidFill>
                          <a:latin typeface="Aptos"/>
                          <a:ea typeface="Aptos"/>
                          <a:cs typeface="Aptos"/>
                        </a:rPr>
                        <a:t>Additional retained</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r>
              <a:tr h="300000">
                <a:tc>
                  <a:txBody>
                    <a:bodyPr/>
                    <a:lstStyle/>
                    <a:p>
                      <a:r>
                        <a:rPr sz="1000" b="0">
                          <a:solidFill>
                            <a:srgbClr val="142C48"/>
                          </a:solidFill>
                          <a:latin typeface="Aptos"/>
                          <a:ea typeface="Aptos"/>
                          <a:cs typeface="Aptos"/>
                        </a:rPr>
                        <a:t>50,000 already receiving care</a:t>
                      </a:r>
                    </a:p>
                  </a:txBody>
                  <a:tcPr marL="47625" marR="47625" marT="19050" marB="19050">
                    <a:lnL w="3810">
                      <a:solidFill>
                        <a:srgbClr val="DAE3EB"/>
                      </a:solidFill>
                    </a:lnL>
                    <a:lnR w="3810">
                      <a:solidFill>
                        <a:srgbClr val="DAE3EB"/>
                      </a:solidFill>
                    </a:lnR>
                    <a:lnB w="3810">
                      <a:solidFill>
                        <a:srgbClr val="DAE3EB"/>
                      </a:solidFill>
                    </a:lnB>
                    <a:solidFill>
                      <a:srgbClr val="FFFFFF"/>
                    </a:solidFill>
                  </a:tcPr>
                </a:tc>
                <a:tc>
                  <a:txBody>
                    <a:bodyPr/>
                    <a:lstStyle/>
                    <a:p>
                      <a:r>
                        <a:rPr sz="1000" b="0">
                          <a:solidFill>
                            <a:srgbClr val="142C48"/>
                          </a:solidFill>
                          <a:latin typeface="Aptos"/>
                          <a:ea typeface="Aptos"/>
                          <a:cs typeface="Aptos"/>
                        </a:rPr>
                        <a:t>60% to 62%</a:t>
                      </a:r>
                    </a:p>
                  </a:txBody>
                  <a:tcPr marL="47625" marR="47625" marT="19050" marB="19050">
                    <a:lnR w="3810">
                      <a:solidFill>
                        <a:srgbClr val="DAE3EB"/>
                      </a:solidFill>
                    </a:lnR>
                    <a:lnB w="3810">
                      <a:solidFill>
                        <a:srgbClr val="DAE3EB"/>
                      </a:solidFill>
                    </a:lnB>
                    <a:solidFill>
                      <a:srgbClr val="FFFFFF"/>
                    </a:solidFill>
                  </a:tcPr>
                </a:tc>
                <a:tc>
                  <a:txBody>
                    <a:bodyPr/>
                    <a:lstStyle/>
                    <a:p>
                      <a:r>
                        <a:rPr sz="1000" b="0">
                          <a:solidFill>
                            <a:srgbClr val="142C48"/>
                          </a:solidFill>
                          <a:latin typeface="Aptos"/>
                          <a:ea typeface="Aptos"/>
                          <a:cs typeface="Aptos"/>
                        </a:rPr>
                        <a:t>1,000</a:t>
                      </a:r>
                    </a:p>
                  </a:txBody>
                  <a:tcPr marL="47625" marR="47625" marT="19050" marB="19050">
                    <a:lnR w="3810">
                      <a:solidFill>
                        <a:srgbClr val="DAE3EB"/>
                      </a:solidFill>
                    </a:lnR>
                    <a:lnB w="3810">
                      <a:solidFill>
                        <a:srgbClr val="DAE3EB"/>
                      </a:solidFill>
                    </a:lnB>
                    <a:solidFill>
                      <a:srgbClr val="FFFFFF"/>
                    </a:solidFill>
                  </a:tcPr>
                </a:tc>
              </a:tr>
              <a:tr h="300000">
                <a:tc>
                  <a:txBody>
                    <a:bodyPr/>
                    <a:lstStyle/>
                    <a:p>
                      <a:r>
                        <a:rPr sz="1000" b="0">
                          <a:solidFill>
                            <a:srgbClr val="142C48"/>
                          </a:solidFill>
                          <a:latin typeface="Aptos"/>
                          <a:ea typeface="Aptos"/>
                          <a:cs typeface="Aptos"/>
                        </a:rPr>
                        <a:t>20,000 newly receiving care</a:t>
                      </a:r>
                    </a:p>
                  </a:txBody>
                  <a:tcPr marL="47625" marR="47625" marT="19050" marB="19050">
                    <a:lnL w="3810">
                      <a:solidFill>
                        <a:srgbClr val="DAE3EB"/>
                      </a:solidFill>
                    </a:lnL>
                    <a:lnR w="3810">
                      <a:solidFill>
                        <a:srgbClr val="DAE3EB"/>
                      </a:solidFill>
                    </a:lnR>
                    <a:lnB w="3810">
                      <a:solidFill>
                        <a:srgbClr val="DAE3EB"/>
                      </a:solidFill>
                    </a:lnB>
                    <a:solidFill>
                      <a:srgbClr val="FFFFFF"/>
                    </a:solidFill>
                  </a:tcPr>
                </a:tc>
                <a:tc>
                  <a:txBody>
                    <a:bodyPr/>
                    <a:lstStyle/>
                    <a:p>
                      <a:r>
                        <a:rPr sz="1000" b="0">
                          <a:solidFill>
                            <a:srgbClr val="142C48"/>
                          </a:solidFill>
                          <a:latin typeface="Aptos"/>
                          <a:ea typeface="Aptos"/>
                          <a:cs typeface="Aptos"/>
                        </a:rPr>
                        <a:t>30% to 62%</a:t>
                      </a:r>
                    </a:p>
                  </a:txBody>
                  <a:tcPr marL="47625" marR="47625" marT="19050" marB="19050">
                    <a:lnR w="3810">
                      <a:solidFill>
                        <a:srgbClr val="DAE3EB"/>
                      </a:solidFill>
                    </a:lnR>
                    <a:lnB w="3810">
                      <a:solidFill>
                        <a:srgbClr val="DAE3EB"/>
                      </a:solidFill>
                    </a:lnB>
                    <a:solidFill>
                      <a:srgbClr val="FFFFFF"/>
                    </a:solidFill>
                  </a:tcPr>
                </a:tc>
                <a:tc>
                  <a:txBody>
                    <a:bodyPr/>
                    <a:lstStyle/>
                    <a:p>
                      <a:r>
                        <a:rPr sz="1000" b="0">
                          <a:solidFill>
                            <a:srgbClr val="142C48"/>
                          </a:solidFill>
                          <a:latin typeface="Aptos"/>
                          <a:ea typeface="Aptos"/>
                          <a:cs typeface="Aptos"/>
                        </a:rPr>
                        <a:t>6,400</a:t>
                      </a:r>
                    </a:p>
                  </a:txBody>
                  <a:tcPr marL="47625" marR="47625" marT="19050" marB="19050">
                    <a:lnR w="3810">
                      <a:solidFill>
                        <a:srgbClr val="DAE3EB"/>
                      </a:solidFill>
                    </a:lnR>
                    <a:lnB w="3810">
                      <a:solidFill>
                        <a:srgbClr val="DAE3EB"/>
                      </a:solidFill>
                    </a:lnB>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2F66DDDB-90BB-42F7-95C3-E094D94E2ADD}"/>
              </a:ext>
            </a:extLst>
          </p:cNvPr>
          <p:cNvSpPr>
            <a:spLocks xmlns:a="http://schemas.openxmlformats.org/drawingml/2006/main" noGrp="1"/>
          </p:cNvSpPr>
          <p:nvPr/>
        </p:nvSpPr>
        <p:spPr>
          <a:xfrm xmlns:a="http://schemas.openxmlformats.org/drawingml/2006/main">
            <a:off x="504000" y="5112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Benefit assumption: VND 250,000/month × 40% margin × six extra paid</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months = VND 600,000 per retained customer. Year-one timing affects benefit.</a:t>
            </a:r>
          </a:p>
        </p:txBody>
      </p:sp>
      <p:graphicFrame>
        <p:nvGraphicFramePr>
          <p:cNvPr id="14" name="">
            <a:extLst xmlns:a="http://schemas.openxmlformats.org/drawingml/2006/main">
              <a:ext uri="{FF2B5EF4-FFF2-40B4-BE49-F238E27FC236}">
                <a16:creationId xmlns:a16="http://schemas.microsoft.com/office/drawing/2014/main" id="{DB6541C7-4296-4AD8-B3C2-A5AD0111BC8A}"/>
              </a:ext>
            </a:extLst>
          </p:cNvPr>
          <p:cNvGraphicFramePr/>
          <p:nvPr/>
        </p:nvGraphicFramePr>
        <p:xfrm>
          <a:off xmlns:a="http://schemas.openxmlformats.org/drawingml/2006/main" x="504000" y="5760000"/>
          <a:ext xmlns:a="http://schemas.openxmlformats.org/drawingml/2006/main" cx="6552000" cy="900000"/>
        </p:xfrm>
        <a:graphic xmlns:a="http://schemas.openxmlformats.org/drawingml/2006/main">
          <a:graphicData uri="http://schemas.openxmlformats.org/drawingml/2006/table">
            <a:tbl>
              <a:tblPr/>
              <a:tblGrid>
                <a:gridCol w="1440000"/>
                <a:gridCol w="2052000"/>
                <a:gridCol w="1836000"/>
                <a:gridCol w="1224000"/>
              </a:tblGrid>
              <a:tr h="300000">
                <a:tc>
                  <a:txBody>
                    <a:bodyPr/>
                    <a:lstStyle/>
                    <a:p>
                      <a:r>
                        <a:rPr sz="1050" b="1">
                          <a:solidFill>
                            <a:srgbClr val="0D69B3"/>
                          </a:solidFill>
                          <a:latin typeface="Aptos"/>
                          <a:ea typeface="Aptos"/>
                          <a:cs typeface="Aptos"/>
                        </a:rPr>
                        <a:t>Scenario</a:t>
                      </a:r>
                    </a:p>
                  </a:txBody>
                  <a:tcPr marL="47625" marR="47625" marT="19050" marB="19050">
                    <a:lnL w="3810">
                      <a:solidFill>
                        <a:srgbClr val="DAE3EB"/>
                      </a:solidFill>
                    </a:lnL>
                    <a:lnR w="3810">
                      <a:solidFill>
                        <a:srgbClr val="DAE3EB"/>
                      </a:solidFill>
                    </a:lnR>
                    <a:lnT w="3810">
                      <a:solidFill>
                        <a:srgbClr val="DAE3EB"/>
                      </a:solidFill>
                    </a:lnT>
                    <a:lnB w="3810">
                      <a:solidFill>
                        <a:srgbClr val="DAE3EB"/>
                      </a:solidFill>
                    </a:lnB>
                    <a:solidFill>
                      <a:srgbClr val="F4F8FC"/>
                    </a:solidFill>
                  </a:tcPr>
                </a:tc>
                <a:tc>
                  <a:txBody>
                    <a:bodyPr/>
                    <a:lstStyle/>
                    <a:p>
                      <a:r>
                        <a:rPr sz="1050" b="1">
                          <a:solidFill>
                            <a:srgbClr val="0D69B3"/>
                          </a:solidFill>
                          <a:latin typeface="Aptos"/>
                          <a:ea typeface="Aptos"/>
                          <a:cs typeface="Aptos"/>
                        </a:rPr>
                        <a:t>Benefit (VND bn)</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c>
                  <a:txBody>
                    <a:bodyPr/>
                    <a:lstStyle/>
                    <a:p>
                      <a:r>
                        <a:rPr sz="1050" b="1">
                          <a:solidFill>
                            <a:srgbClr val="0D69B3"/>
                          </a:solidFill>
                          <a:latin typeface="Aptos"/>
                          <a:ea typeface="Aptos"/>
                          <a:cs typeface="Aptos"/>
                        </a:rPr>
                        <a:t>Net (VND bn)</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c>
                  <a:txBody>
                    <a:bodyPr/>
                    <a:lstStyle/>
                    <a:p>
                      <a:r>
                        <a:rPr sz="1050" b="1">
                          <a:solidFill>
                            <a:srgbClr val="0D69B3"/>
                          </a:solidFill>
                          <a:latin typeface="Aptos"/>
                          <a:ea typeface="Aptos"/>
                          <a:cs typeface="Aptos"/>
                        </a:rPr>
                        <a:t>ROI</a:t>
                      </a:r>
                    </a:p>
                  </a:txBody>
                  <a:tcPr marL="47625" marR="47625" marT="19050" marB="19050">
                    <a:lnR w="3810">
                      <a:solidFill>
                        <a:srgbClr val="DAE3EB"/>
                      </a:solidFill>
                    </a:lnR>
                    <a:lnT w="3810">
                      <a:solidFill>
                        <a:srgbClr val="DAE3EB"/>
                      </a:solidFill>
                    </a:lnT>
                    <a:lnB w="3810">
                      <a:solidFill>
                        <a:srgbClr val="DAE3EB"/>
                      </a:solidFill>
                    </a:lnB>
                    <a:solidFill>
                      <a:srgbClr val="F4F8FC"/>
                    </a:solidFill>
                  </a:tcPr>
                </a:tc>
              </a:tr>
              <a:tr h="300000">
                <a:tc>
                  <a:txBody>
                    <a:bodyPr/>
                    <a:lstStyle/>
                    <a:p>
                      <a:r>
                        <a:rPr sz="1050" b="0">
                          <a:solidFill>
                            <a:srgbClr val="142C48"/>
                          </a:solidFill>
                          <a:latin typeface="Aptos"/>
                          <a:ea typeface="Aptos"/>
                          <a:cs typeface="Aptos"/>
                        </a:rPr>
                        <a:t>Base (100%)</a:t>
                      </a:r>
                    </a:p>
                  </a:txBody>
                  <a:tcPr marL="47625" marR="47625" marT="19050" marB="19050">
                    <a:lnL w="3810">
                      <a:solidFill>
                        <a:srgbClr val="DAE3EB"/>
                      </a:solidFill>
                    </a:lnL>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42.180</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14.948</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54.9%</a:t>
                      </a:r>
                    </a:p>
                  </a:txBody>
                  <a:tcPr marL="47625" marR="47625" marT="19050" marB="19050">
                    <a:lnR w="3810">
                      <a:solidFill>
                        <a:srgbClr val="DAE3EB"/>
                      </a:solidFill>
                    </a:lnR>
                    <a:lnB w="3810">
                      <a:solidFill>
                        <a:srgbClr val="DAE3EB"/>
                      </a:solidFill>
                    </a:lnB>
                    <a:solidFill>
                      <a:srgbClr val="FFFFFF"/>
                    </a:solidFill>
                  </a:tcPr>
                </a:tc>
              </a:tr>
              <a:tr h="300000">
                <a:tc>
                  <a:txBody>
                    <a:bodyPr/>
                    <a:lstStyle/>
                    <a:p>
                      <a:r>
                        <a:rPr sz="1050" b="0">
                          <a:solidFill>
                            <a:srgbClr val="142C48"/>
                          </a:solidFill>
                          <a:latin typeface="Aptos"/>
                          <a:ea typeface="Aptos"/>
                          <a:cs typeface="Aptos"/>
                        </a:rPr>
                        <a:t>High (150%)</a:t>
                      </a:r>
                    </a:p>
                  </a:txBody>
                  <a:tcPr marL="47625" marR="47625" marT="19050" marB="19050">
                    <a:lnL w="3810">
                      <a:solidFill>
                        <a:srgbClr val="DAE3EB"/>
                      </a:solidFill>
                    </a:lnL>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63.270</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36.038</a:t>
                      </a:r>
                    </a:p>
                  </a:txBody>
                  <a:tcPr marL="47625" marR="47625" marT="19050" marB="19050">
                    <a:lnR w="3810">
                      <a:solidFill>
                        <a:srgbClr val="DAE3EB"/>
                      </a:solidFill>
                    </a:lnR>
                    <a:lnB w="3810">
                      <a:solidFill>
                        <a:srgbClr val="DAE3EB"/>
                      </a:solidFill>
                    </a:lnB>
                    <a:solidFill>
                      <a:srgbClr val="FFFFFF"/>
                    </a:solidFill>
                  </a:tcPr>
                </a:tc>
                <a:tc>
                  <a:txBody>
                    <a:bodyPr/>
                    <a:lstStyle/>
                    <a:p>
                      <a:r>
                        <a:rPr sz="1050" b="0">
                          <a:solidFill>
                            <a:srgbClr val="142C48"/>
                          </a:solidFill>
                          <a:latin typeface="Aptos"/>
                          <a:ea typeface="Aptos"/>
                          <a:cs typeface="Aptos"/>
                        </a:rPr>
                        <a:t>132.3%</a:t>
                      </a:r>
                    </a:p>
                  </a:txBody>
                  <a:tcPr marL="47625" marR="47625" marT="19050" marB="19050">
                    <a:lnR w="3810">
                      <a:solidFill>
                        <a:srgbClr val="DAE3EB"/>
                      </a:solidFill>
                    </a:lnR>
                    <a:lnB w="3810">
                      <a:solidFill>
                        <a:srgbClr val="DAE3EB"/>
                      </a:solidFill>
                    </a:lnB>
                    <a:solidFill>
                      <a:srgbClr val="FFFFFF"/>
                    </a:solidFill>
                  </a:tcPr>
                </a:tc>
              </a:tr>
            </a:tbl>
          </a:graphicData>
        </a:graphic>
      </p:graphicFrame>
      <p:sp>
        <p:nvSpPr>
          <p:cNvPr id="15" name="">
            <a:extLst xmlns:a="http://schemas.openxmlformats.org/drawingml/2006/main">
              <a:ext uri="{FF2B5EF4-FFF2-40B4-BE49-F238E27FC236}">
                <a16:creationId xmlns:a16="http://schemas.microsoft.com/office/drawing/2014/main" id="{6C641CBA-D51D-461D-91F7-B166693D3754}"/>
              </a:ext>
            </a:extLst>
          </p:cNvPr>
          <p:cNvSpPr>
            <a:spLocks xmlns:a="http://schemas.openxmlformats.org/drawingml/2006/main" noGrp="1"/>
          </p:cNvSpPr>
          <p:nvPr/>
        </p:nvSpPr>
        <p:spPr>
          <a:xfrm xmlns:a="http://schemas.openxmlformats.org/drawingml/2006/main">
            <a:off x="504000" y="6912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50" b="1">
                <a:solidFill>
                  <a:srgbClr val="0D69B3"/>
                </a:solidFill>
                <a:latin typeface="Aptos"/>
                <a:ea typeface="Aptos"/>
                <a:cs typeface="Aptos"/>
              </a:defRPr>
            </a:defPPr>
            <a:lvl1pPr>
              <a:defRPr sz="1150" b="1">
                <a:solidFill>
                  <a:srgbClr val="0D69B3"/>
                </a:solidFill>
                <a:latin typeface="Aptos"/>
                <a:ea typeface="Aptos"/>
                <a:cs typeface="Aptos"/>
              </a:defRPr>
            </a:lvl1pPr>
            <a:lvl2pPr>
              <a:defRPr sz="1150" b="1">
                <a:solidFill>
                  <a:srgbClr val="0D69B3"/>
                </a:solidFill>
                <a:latin typeface="Aptos"/>
                <a:ea typeface="Aptos"/>
                <a:cs typeface="Aptos"/>
              </a:defRPr>
            </a:lvl2pPr>
            <a:lvl3pPr>
              <a:defRPr sz="1150" b="1">
                <a:solidFill>
                  <a:srgbClr val="0D69B3"/>
                </a:solidFill>
                <a:latin typeface="Aptos"/>
                <a:ea typeface="Aptos"/>
                <a:cs typeface="Aptos"/>
              </a:defRPr>
            </a:lvl3pPr>
            <a:lvl4pPr>
              <a:defRPr sz="1150" b="1">
                <a:solidFill>
                  <a:srgbClr val="0D69B3"/>
                </a:solidFill>
                <a:latin typeface="Aptos"/>
                <a:ea typeface="Aptos"/>
                <a:cs typeface="Aptos"/>
              </a:defRPr>
            </a:lvl4pPr>
            <a:lvl5pPr>
              <a:defRPr sz="1150" b="1">
                <a:solidFill>
                  <a:srgbClr val="0D69B3"/>
                </a:solidFill>
                <a:latin typeface="Aptos"/>
                <a:ea typeface="Aptos"/>
                <a:cs typeface="Aptos"/>
              </a:defRPr>
            </a:lvl5pPr>
            <a:lvl6pPr>
              <a:defRPr sz="1150" b="1">
                <a:solidFill>
                  <a:srgbClr val="0D69B3"/>
                </a:solidFill>
                <a:latin typeface="Aptos"/>
                <a:ea typeface="Aptos"/>
                <a:cs typeface="Aptos"/>
              </a:defRPr>
            </a:lvl6pPr>
            <a:lvl7pPr>
              <a:defRPr sz="1150" b="1">
                <a:solidFill>
                  <a:srgbClr val="0D69B3"/>
                </a:solidFill>
                <a:latin typeface="Aptos"/>
                <a:ea typeface="Aptos"/>
                <a:cs typeface="Aptos"/>
              </a:defRPr>
            </a:lvl7pPr>
            <a:lvl8pPr>
              <a:defRPr sz="1150" b="1">
                <a:solidFill>
                  <a:srgbClr val="0D69B3"/>
                </a:solidFill>
                <a:latin typeface="Aptos"/>
                <a:ea typeface="Aptos"/>
                <a:cs typeface="Aptos"/>
              </a:defRPr>
            </a:lvl8pPr>
            <a:lvl9pPr>
              <a:defRPr sz="1150" b="1">
                <a:solidFill>
                  <a:srgbClr val="0D69B3"/>
                </a:solidFill>
                <a:latin typeface="Aptos"/>
                <a:ea typeface="Aptos"/>
                <a:cs typeface="Aptos"/>
              </a:defRPr>
            </a:lvl9pPr>
          </a:lstStyle>
          <a:p xmlns:a="http://schemas.openxmlformats.org/drawingml/2006/main">
            <a:pPr>
              <a:defRPr sz="1150" b="1">
                <a:solidFill>
                  <a:srgbClr val="0D69B3"/>
                </a:solidFill>
                <a:latin typeface="Aptos"/>
                <a:ea typeface="Aptos"/>
                <a:cs typeface="Aptos"/>
              </a:defRPr>
            </a:pPr>
            <a:r>
              <a:rPr sz="1150" b="1">
                <a:solidFill>
                  <a:srgbClr val="0D69B3"/>
                </a:solidFill>
                <a:latin typeface="Aptos"/>
                <a:ea typeface="Aptos"/>
                <a:cs typeface="Aptos"/>
              </a:rPr>
              <a:t>Cost categories</a:t>
            </a:r>
          </a:p>
        </p:txBody>
      </p:sp>
      <p:sp>
        <p:nvSpPr>
          <p:cNvPr id="16" name="">
            <a:extLst xmlns:a="http://schemas.openxmlformats.org/drawingml/2006/main">
              <a:ext uri="{FF2B5EF4-FFF2-40B4-BE49-F238E27FC236}">
                <a16:creationId xmlns:a16="http://schemas.microsoft.com/office/drawing/2014/main" id="{81D879F7-5555-469B-9DC8-71233E8A3E8A}"/>
              </a:ext>
            </a:extLst>
          </p:cNvPr>
          <p:cNvSpPr>
            <a:spLocks xmlns:a="http://schemas.openxmlformats.org/drawingml/2006/main" noGrp="1"/>
          </p:cNvSpPr>
          <p:nvPr/>
        </p:nvSpPr>
        <p:spPr>
          <a:xfrm xmlns:a="http://schemas.openxmlformats.org/drawingml/2006/main">
            <a:off x="504000" y="7236000"/>
            <a:ext cx="6552000" cy="6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142C48"/>
                </a:solidFill>
                <a:latin typeface="Aptos"/>
                <a:ea typeface="Aptos"/>
                <a:cs typeface="Aptos"/>
              </a:defRPr>
            </a:defPPr>
            <a:lvl1pPr>
              <a:defRPr sz="1000" b="0">
                <a:solidFill>
                  <a:srgbClr val="142C48"/>
                </a:solidFill>
                <a:latin typeface="Aptos"/>
                <a:ea typeface="Aptos"/>
                <a:cs typeface="Aptos"/>
              </a:defRPr>
            </a:lvl1pPr>
            <a:lvl2pPr>
              <a:defRPr sz="1000" b="0">
                <a:solidFill>
                  <a:srgbClr val="142C48"/>
                </a:solidFill>
                <a:latin typeface="Aptos"/>
                <a:ea typeface="Aptos"/>
                <a:cs typeface="Aptos"/>
              </a:defRPr>
            </a:lvl2pPr>
            <a:lvl3pPr>
              <a:defRPr sz="1000" b="0">
                <a:solidFill>
                  <a:srgbClr val="142C48"/>
                </a:solidFill>
                <a:latin typeface="Aptos"/>
                <a:ea typeface="Aptos"/>
                <a:cs typeface="Aptos"/>
              </a:defRPr>
            </a:lvl3pPr>
            <a:lvl4pPr>
              <a:defRPr sz="1000" b="0">
                <a:solidFill>
                  <a:srgbClr val="142C48"/>
                </a:solidFill>
                <a:latin typeface="Aptos"/>
                <a:ea typeface="Aptos"/>
                <a:cs typeface="Aptos"/>
              </a:defRPr>
            </a:lvl4pPr>
            <a:lvl5pPr>
              <a:defRPr sz="1000" b="0">
                <a:solidFill>
                  <a:srgbClr val="142C48"/>
                </a:solidFill>
                <a:latin typeface="Aptos"/>
                <a:ea typeface="Aptos"/>
                <a:cs typeface="Aptos"/>
              </a:defRPr>
            </a:lvl5pPr>
            <a:lvl6pPr>
              <a:defRPr sz="1000" b="0">
                <a:solidFill>
                  <a:srgbClr val="142C48"/>
                </a:solidFill>
                <a:latin typeface="Aptos"/>
                <a:ea typeface="Aptos"/>
                <a:cs typeface="Aptos"/>
              </a:defRPr>
            </a:lvl6pPr>
            <a:lvl7pPr>
              <a:defRPr sz="1000" b="0">
                <a:solidFill>
                  <a:srgbClr val="142C48"/>
                </a:solidFill>
                <a:latin typeface="Aptos"/>
                <a:ea typeface="Aptos"/>
                <a:cs typeface="Aptos"/>
              </a:defRPr>
            </a:lvl7pPr>
            <a:lvl8pPr>
              <a:defRPr sz="1000" b="0">
                <a:solidFill>
                  <a:srgbClr val="142C48"/>
                </a:solidFill>
                <a:latin typeface="Aptos"/>
                <a:ea typeface="Aptos"/>
                <a:cs typeface="Aptos"/>
              </a:defRPr>
            </a:lvl8pPr>
            <a:lvl9pPr>
              <a:defRPr sz="1000" b="0">
                <a:solidFill>
                  <a:srgbClr val="142C48"/>
                </a:solidFill>
                <a:latin typeface="Aptos"/>
                <a:ea typeface="Aptos"/>
                <a:cs typeface="Aptos"/>
              </a:defRPr>
            </a:lvl9pPr>
          </a:lstStyle>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Data/ML adaptation, software integration, testing and onboarding, incentives,</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AI/communication, infrastructure, maintenance and monitoring.</a:t>
            </a:r>
          </a:p>
          <a:p xmlns:a="http://schemas.openxmlformats.org/drawingml/2006/main">
            <a:pPr>
              <a:defRPr sz="1000" b="0">
                <a:solidFill>
                  <a:srgbClr val="142C48"/>
                </a:solidFill>
                <a:latin typeface="Aptos"/>
                <a:ea typeface="Aptos"/>
                <a:cs typeface="Aptos"/>
              </a:defRPr>
            </a:pPr>
            <a:r>
              <a:rPr sz="1000" b="0">
                <a:solidFill>
                  <a:srgbClr val="142C48"/>
                </a:solidFill>
                <a:latin typeface="Aptos"/>
                <a:ea typeface="Aptos"/>
                <a:cs typeface="Aptos"/>
              </a:rPr>
              <a:t>Implied first-year cost: VND 27.232bn, calculated as benefit minus net value.</a:t>
            </a:r>
          </a:p>
        </p:txBody>
      </p:sp>
      <p:sp>
        <p:nvSpPr>
          <p:cNvPr id="17" name="">
            <a:extLst xmlns:a="http://schemas.openxmlformats.org/drawingml/2006/main">
              <a:ext uri="{FF2B5EF4-FFF2-40B4-BE49-F238E27FC236}">
                <a16:creationId xmlns:a16="http://schemas.microsoft.com/office/drawing/2014/main" id="{F32638DE-4B2C-4DBA-BF9B-217726E7A9DF}"/>
              </a:ext>
            </a:extLst>
          </p:cNvPr>
          <p:cNvSpPr>
            <a:spLocks xmlns:a="http://schemas.openxmlformats.org/drawingml/2006/main" noGrp="1"/>
          </p:cNvSpPr>
          <p:nvPr/>
        </p:nvSpPr>
        <p:spPr>
          <a:xfrm xmlns:a="http://schemas.openxmlformats.org/drawingml/2006/main">
            <a:off x="504000" y="8064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A4844B6-44F8-4D5D-961F-6012679BDE28}"/>
              </a:ext>
            </a:extLst>
          </p:cNvPr>
          <p:cNvSpPr>
            <a:spLocks xmlns:a="http://schemas.openxmlformats.org/drawingml/2006/main" noGrp="1"/>
          </p:cNvSpPr>
          <p:nvPr/>
        </p:nvSpPr>
        <p:spPr>
          <a:xfrm xmlns:a="http://schemas.openxmlformats.org/drawingml/2006/main">
            <a:off x="504000" y="8280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System test evidence, 21 October 2026</a:t>
            </a:r>
          </a:p>
        </p:txBody>
      </p:sp>
      <p:sp>
        <p:nvSpPr>
          <p:cNvPr id="19" name="">
            <a:extLst xmlns:a="http://schemas.openxmlformats.org/drawingml/2006/main">
              <a:ext uri="{FF2B5EF4-FFF2-40B4-BE49-F238E27FC236}">
                <a16:creationId xmlns:a16="http://schemas.microsoft.com/office/drawing/2014/main" id="{185AD480-2291-4356-AEF2-976205DC0260}"/>
              </a:ext>
            </a:extLst>
          </p:cNvPr>
          <p:cNvSpPr>
            <a:spLocks xmlns:a="http://schemas.openxmlformats.org/drawingml/2006/main" noGrp="1"/>
          </p:cNvSpPr>
          <p:nvPr/>
        </p:nvSpPr>
        <p:spPr>
          <a:xfrm xmlns:a="http://schemas.openxmlformats.org/drawingml/2006/main">
            <a:off x="504000" y="8640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Seven reported passes: staff access, customer privacy, four AI outputs,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sending restrictions, ticket drafts, ticket safeguards and reply persistence.</a:t>
            </a:r>
          </a:p>
        </p:txBody>
      </p:sp>
      <p:sp>
        <p:nvSpPr>
          <p:cNvPr id="20" name="">
            <a:extLst xmlns:a="http://schemas.openxmlformats.org/drawingml/2006/main">
              <a:ext uri="{FF2B5EF4-FFF2-40B4-BE49-F238E27FC236}">
                <a16:creationId xmlns:a16="http://schemas.microsoft.com/office/drawing/2014/main" id="{9A605CF8-BE0D-4E5B-90E9-63C809C28238}"/>
              </a:ext>
            </a:extLst>
          </p:cNvPr>
          <p:cNvSpPr>
            <a:spLocks xmlns:a="http://schemas.openxmlformats.org/drawingml/2006/main" noGrp="1"/>
          </p:cNvSpPr>
          <p:nvPr/>
        </p:nvSpPr>
        <p:spPr>
          <a:xfrm xmlns:a="http://schemas.openxmlformats.org/drawingml/2006/main">
            <a:off x="504000" y="9252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Examples: Supervisor saw 207 cases; Agent saw two assigned cases.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The portal hid risk data and unsent drafts. A QA reply survived reload.</a:t>
            </a:r>
          </a:p>
        </p:txBody>
      </p:sp>
      <p:sp>
        <p:nvSpPr>
          <p:cNvPr id="21" name="">
            <a:extLst xmlns:a="http://schemas.openxmlformats.org/drawingml/2006/main">
              <a:ext uri="{FF2B5EF4-FFF2-40B4-BE49-F238E27FC236}">
                <a16:creationId xmlns:a16="http://schemas.microsoft.com/office/drawing/2014/main" id="{A528ECB6-C998-4E79-B8AE-CFC5F9A2636C}"/>
              </a:ext>
            </a:extLst>
          </p:cNvPr>
          <p:cNvSpPr>
            <a:spLocks xmlns:a="http://schemas.openxmlformats.org/drawingml/2006/main" noGrp="1"/>
          </p:cNvSpPr>
          <p:nvPr/>
        </p:nvSpPr>
        <p:spPr>
          <a:xfrm xmlns:a="http://schemas.openxmlformats.org/drawingml/2006/main">
            <a:off x="504000" y="9972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00" b="0">
                <a:solidFill>
                  <a:srgbClr val="61738A"/>
                </a:solidFill>
                <a:latin typeface="Aptos"/>
                <a:ea typeface="Aptos"/>
                <a:cs typeface="Aptos"/>
              </a:defRPr>
            </a:defPPr>
            <a:lvl1pPr>
              <a:defRPr sz="900" b="0">
                <a:solidFill>
                  <a:srgbClr val="61738A"/>
                </a:solidFill>
                <a:latin typeface="Aptos"/>
                <a:ea typeface="Aptos"/>
                <a:cs typeface="Aptos"/>
              </a:defRPr>
            </a:lvl1pPr>
            <a:lvl2pPr>
              <a:defRPr sz="900" b="0">
                <a:solidFill>
                  <a:srgbClr val="61738A"/>
                </a:solidFill>
                <a:latin typeface="Aptos"/>
                <a:ea typeface="Aptos"/>
                <a:cs typeface="Aptos"/>
              </a:defRPr>
            </a:lvl2pPr>
            <a:lvl3pPr>
              <a:defRPr sz="900" b="0">
                <a:solidFill>
                  <a:srgbClr val="61738A"/>
                </a:solidFill>
                <a:latin typeface="Aptos"/>
                <a:ea typeface="Aptos"/>
                <a:cs typeface="Aptos"/>
              </a:defRPr>
            </a:lvl3pPr>
            <a:lvl4pPr>
              <a:defRPr sz="900" b="0">
                <a:solidFill>
                  <a:srgbClr val="61738A"/>
                </a:solidFill>
                <a:latin typeface="Aptos"/>
                <a:ea typeface="Aptos"/>
                <a:cs typeface="Aptos"/>
              </a:defRPr>
            </a:lvl4pPr>
            <a:lvl5pPr>
              <a:defRPr sz="900" b="0">
                <a:solidFill>
                  <a:srgbClr val="61738A"/>
                </a:solidFill>
                <a:latin typeface="Aptos"/>
                <a:ea typeface="Aptos"/>
                <a:cs typeface="Aptos"/>
              </a:defRPr>
            </a:lvl5pPr>
            <a:lvl6pPr>
              <a:defRPr sz="900" b="0">
                <a:solidFill>
                  <a:srgbClr val="61738A"/>
                </a:solidFill>
                <a:latin typeface="Aptos"/>
                <a:ea typeface="Aptos"/>
                <a:cs typeface="Aptos"/>
              </a:defRPr>
            </a:lvl6pPr>
            <a:lvl7pPr>
              <a:defRPr sz="900" b="0">
                <a:solidFill>
                  <a:srgbClr val="61738A"/>
                </a:solidFill>
                <a:latin typeface="Aptos"/>
                <a:ea typeface="Aptos"/>
                <a:cs typeface="Aptos"/>
              </a:defRPr>
            </a:lvl7pPr>
            <a:lvl8pPr>
              <a:defRPr sz="900" b="0">
                <a:solidFill>
                  <a:srgbClr val="61738A"/>
                </a:solidFill>
                <a:latin typeface="Aptos"/>
                <a:ea typeface="Aptos"/>
                <a:cs typeface="Aptos"/>
              </a:defRPr>
            </a:lvl8pPr>
            <a:lvl9pPr>
              <a:defRPr sz="900" b="0">
                <a:solidFill>
                  <a:srgbClr val="61738A"/>
                </a:solidFill>
                <a:latin typeface="Aptos"/>
                <a:ea typeface="Aptos"/>
                <a:cs typeface="Aptos"/>
              </a:defRPr>
            </a:lvl9pPr>
          </a:lstStyle>
          <a:p xmlns:a="http://schemas.openxmlformats.org/drawingml/2006/main">
            <a:pPr>
              <a:defRPr sz="900" b="0">
                <a:solidFill>
                  <a:srgbClr val="61738A"/>
                </a:solidFill>
                <a:latin typeface="Aptos"/>
                <a:ea typeface="Aptos"/>
                <a:cs typeface="Aptos"/>
              </a:defRPr>
            </a:pPr>
            <a:r>
              <a:rPr sz="900" b="0">
                <a:solidFill>
                  <a:srgbClr val="61738A"/>
                </a:solidFill>
                <a:latin typeface="Aptos"/>
                <a:ea typeface="Aptos"/>
                <a:cs typeface="Aptos"/>
              </a:rPr>
              <a:t>Limits: full browser send/reply journey unverified; one legacy test-data issue open.</a:t>
            </a:r>
          </a:p>
          <a:p xmlns:a="http://schemas.openxmlformats.org/drawingml/2006/main">
            <a:pPr>
              <a:defRPr sz="900" b="0">
                <a:solidFill>
                  <a:srgbClr val="61738A"/>
                </a:solidFill>
                <a:latin typeface="Aptos"/>
                <a:ea typeface="Aptos"/>
                <a:cs typeface="Aptos"/>
              </a:defRPr>
            </a:pPr>
            <a:r>
              <a:rPr sz="900" b="0">
                <a:solidFill>
                  <a:srgbClr val="61738A"/>
                </a:solidFill>
                <a:latin typeface="Aptos"/>
                <a:ea typeface="Aptos"/>
                <a:cs typeface="Aptos"/>
              </a:rPr>
              <a:t>Financial source caveat: the break-even benefit row conflicts with base/high costs.</a:t>
            </a:r>
          </a:p>
        </p:txBody>
      </p:sp>
    </p:spTree>
    <p:extLst>
      <p:ext uri="{BB962C8B-B14F-4D97-AF65-F5344CB8AC3E}">
        <p14:creationId xmlns:p14="http://schemas.microsoft.com/office/powerpoint/2010/main" val="15943637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9843A9A0-3993-4FE6-BFF0-FCD892634145}"/>
              </a:ext>
            </a:extLst>
          </p:cNvPr>
          <p:cNvSpPr>
            <a:spLocks xmlns:a="http://schemas.openxmlformats.org/drawingml/2006/main" noGrp="1"/>
          </p:cNvSpPr>
          <p:nvPr/>
        </p:nvSpPr>
        <p:spPr>
          <a:xfrm xmlns:a="http://schemas.openxmlformats.org/drawingml/2006/main">
            <a:off x="504000" y="504000"/>
            <a:ext cx="5040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1">
                <a:solidFill>
                  <a:srgbClr val="0D69B3"/>
                </a:solidFill>
                <a:latin typeface="Aptos"/>
                <a:ea typeface="Aptos"/>
                <a:cs typeface="Aptos"/>
              </a:defRPr>
            </a:defPPr>
            <a:lvl1pPr>
              <a:defRPr sz="850" b="1">
                <a:solidFill>
                  <a:srgbClr val="0D69B3"/>
                </a:solidFill>
                <a:latin typeface="Aptos"/>
                <a:ea typeface="Aptos"/>
                <a:cs typeface="Aptos"/>
              </a:defRPr>
            </a:lvl1pPr>
            <a:lvl2pPr>
              <a:defRPr sz="850" b="1">
                <a:solidFill>
                  <a:srgbClr val="0D69B3"/>
                </a:solidFill>
                <a:latin typeface="Aptos"/>
                <a:ea typeface="Aptos"/>
                <a:cs typeface="Aptos"/>
              </a:defRPr>
            </a:lvl2pPr>
            <a:lvl3pPr>
              <a:defRPr sz="850" b="1">
                <a:solidFill>
                  <a:srgbClr val="0D69B3"/>
                </a:solidFill>
                <a:latin typeface="Aptos"/>
                <a:ea typeface="Aptos"/>
                <a:cs typeface="Aptos"/>
              </a:defRPr>
            </a:lvl3pPr>
            <a:lvl4pPr>
              <a:defRPr sz="850" b="1">
                <a:solidFill>
                  <a:srgbClr val="0D69B3"/>
                </a:solidFill>
                <a:latin typeface="Aptos"/>
                <a:ea typeface="Aptos"/>
                <a:cs typeface="Aptos"/>
              </a:defRPr>
            </a:lvl4pPr>
            <a:lvl5pPr>
              <a:defRPr sz="850" b="1">
                <a:solidFill>
                  <a:srgbClr val="0D69B3"/>
                </a:solidFill>
                <a:latin typeface="Aptos"/>
                <a:ea typeface="Aptos"/>
                <a:cs typeface="Aptos"/>
              </a:defRPr>
            </a:lvl5pPr>
            <a:lvl6pPr>
              <a:defRPr sz="850" b="1">
                <a:solidFill>
                  <a:srgbClr val="0D69B3"/>
                </a:solidFill>
                <a:latin typeface="Aptos"/>
                <a:ea typeface="Aptos"/>
                <a:cs typeface="Aptos"/>
              </a:defRPr>
            </a:lvl6pPr>
            <a:lvl7pPr>
              <a:defRPr sz="850" b="1">
                <a:solidFill>
                  <a:srgbClr val="0D69B3"/>
                </a:solidFill>
                <a:latin typeface="Aptos"/>
                <a:ea typeface="Aptos"/>
                <a:cs typeface="Aptos"/>
              </a:defRPr>
            </a:lvl7pPr>
            <a:lvl8pPr>
              <a:defRPr sz="850" b="1">
                <a:solidFill>
                  <a:srgbClr val="0D69B3"/>
                </a:solidFill>
                <a:latin typeface="Aptos"/>
                <a:ea typeface="Aptos"/>
                <a:cs typeface="Aptos"/>
              </a:defRPr>
            </a:lvl8pPr>
            <a:lvl9pPr>
              <a:defRPr sz="850" b="1">
                <a:solidFill>
                  <a:srgbClr val="0D69B3"/>
                </a:solidFill>
                <a:latin typeface="Aptos"/>
                <a:ea typeface="Aptos"/>
                <a:cs typeface="Aptos"/>
              </a:defRPr>
            </a:lvl9pPr>
          </a:lstStyle>
          <a:p xmlns:a="http://schemas.openxmlformats.org/drawingml/2006/main">
            <a:pPr>
              <a:defRPr sz="850" b="1">
                <a:solidFill>
                  <a:srgbClr val="0D69B3"/>
                </a:solidFill>
                <a:latin typeface="Aptos"/>
                <a:ea typeface="Aptos"/>
                <a:cs typeface="Aptos"/>
              </a:defRPr>
            </a:pPr>
            <a:r>
              <a:rPr sz="850" b="1">
                <a:solidFill>
                  <a:srgbClr val="0D69B3"/>
                </a:solidFill>
                <a:latin typeface="Aptos"/>
                <a:ea typeface="Aptos"/>
                <a:cs typeface="Aptos"/>
              </a:rPr>
              <a:t>EXECUTIVE SUMMARY</a:t>
            </a:r>
          </a:p>
        </p:txBody>
      </p:sp>
      <p:sp>
        <p:nvSpPr>
          <p:cNvPr id="2" name="">
            <a:extLst xmlns:a="http://schemas.openxmlformats.org/drawingml/2006/main">
              <a:ext uri="{FF2B5EF4-FFF2-40B4-BE49-F238E27FC236}">
                <a16:creationId xmlns:a16="http://schemas.microsoft.com/office/drawing/2014/main" id="{B3B0563C-5479-4842-B662-4DDCD55EFEFC}"/>
              </a:ext>
            </a:extLst>
          </p:cNvPr>
          <p:cNvSpPr>
            <a:spLocks xmlns:a="http://schemas.openxmlformats.org/drawingml/2006/main" noGrp="1"/>
          </p:cNvSpPr>
          <p:nvPr/>
        </p:nvSpPr>
        <p:spPr>
          <a:xfrm xmlns:a="http://schemas.openxmlformats.org/drawingml/2006/main">
            <a:off x="6084000" y="504000"/>
            <a:ext cx="972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50" b="0">
                <a:solidFill>
                  <a:srgbClr val="61738A"/>
                </a:solidFill>
                <a:latin typeface="Aptos"/>
                <a:ea typeface="Aptos"/>
                <a:cs typeface="Aptos"/>
              </a:defRPr>
            </a:defPPr>
            <a:lvl1pPr>
              <a:defRPr sz="850" b="0">
                <a:solidFill>
                  <a:srgbClr val="61738A"/>
                </a:solidFill>
                <a:latin typeface="Aptos"/>
                <a:ea typeface="Aptos"/>
                <a:cs typeface="Aptos"/>
              </a:defRPr>
            </a:lvl1pPr>
            <a:lvl2pPr>
              <a:defRPr sz="850" b="0">
                <a:solidFill>
                  <a:srgbClr val="61738A"/>
                </a:solidFill>
                <a:latin typeface="Aptos"/>
                <a:ea typeface="Aptos"/>
                <a:cs typeface="Aptos"/>
              </a:defRPr>
            </a:lvl2pPr>
            <a:lvl3pPr>
              <a:defRPr sz="850" b="0">
                <a:solidFill>
                  <a:srgbClr val="61738A"/>
                </a:solidFill>
                <a:latin typeface="Aptos"/>
                <a:ea typeface="Aptos"/>
                <a:cs typeface="Aptos"/>
              </a:defRPr>
            </a:lvl3pPr>
            <a:lvl4pPr>
              <a:defRPr sz="850" b="0">
                <a:solidFill>
                  <a:srgbClr val="61738A"/>
                </a:solidFill>
                <a:latin typeface="Aptos"/>
                <a:ea typeface="Aptos"/>
                <a:cs typeface="Aptos"/>
              </a:defRPr>
            </a:lvl4pPr>
            <a:lvl5pPr>
              <a:defRPr sz="850" b="0">
                <a:solidFill>
                  <a:srgbClr val="61738A"/>
                </a:solidFill>
                <a:latin typeface="Aptos"/>
                <a:ea typeface="Aptos"/>
                <a:cs typeface="Aptos"/>
              </a:defRPr>
            </a:lvl5pPr>
            <a:lvl6pPr>
              <a:defRPr sz="850" b="0">
                <a:solidFill>
                  <a:srgbClr val="61738A"/>
                </a:solidFill>
                <a:latin typeface="Aptos"/>
                <a:ea typeface="Aptos"/>
                <a:cs typeface="Aptos"/>
              </a:defRPr>
            </a:lvl6pPr>
            <a:lvl7pPr>
              <a:defRPr sz="850" b="0">
                <a:solidFill>
                  <a:srgbClr val="61738A"/>
                </a:solidFill>
                <a:latin typeface="Aptos"/>
                <a:ea typeface="Aptos"/>
                <a:cs typeface="Aptos"/>
              </a:defRPr>
            </a:lvl7pPr>
            <a:lvl8pPr>
              <a:defRPr sz="850" b="0">
                <a:solidFill>
                  <a:srgbClr val="61738A"/>
                </a:solidFill>
                <a:latin typeface="Aptos"/>
                <a:ea typeface="Aptos"/>
                <a:cs typeface="Aptos"/>
              </a:defRPr>
            </a:lvl8pPr>
            <a:lvl9pPr>
              <a:defRPr sz="850" b="0">
                <a:solidFill>
                  <a:srgbClr val="61738A"/>
                </a:solidFill>
                <a:latin typeface="Aptos"/>
                <a:ea typeface="Aptos"/>
                <a:cs typeface="Aptos"/>
              </a:defRPr>
            </a:lvl9pPr>
          </a:lstStyle>
          <a:p xmlns:a="http://schemas.openxmlformats.org/drawingml/2006/main">
            <a:pPr>
              <a:defRPr sz="850" b="0">
                <a:solidFill>
                  <a:srgbClr val="61738A"/>
                </a:solidFill>
                <a:latin typeface="Aptos"/>
                <a:ea typeface="Aptos"/>
                <a:cs typeface="Aptos"/>
              </a:defRPr>
            </a:pPr>
            <a:r>
              <a:rPr sz="850" b="0">
                <a:solidFill>
                  <a:srgbClr val="61738A"/>
                </a:solidFill>
                <a:latin typeface="Aptos"/>
                <a:ea typeface="Aptos"/>
                <a:cs typeface="Aptos"/>
              </a:rPr>
              <a:t>STRATEGY   5/6</a:t>
            </a:r>
          </a:p>
        </p:txBody>
      </p:sp>
      <p:sp>
        <p:nvSpPr>
          <p:cNvPr id="3" name="">
            <a:extLst xmlns:a="http://schemas.openxmlformats.org/drawingml/2006/main">
              <a:ext uri="{FF2B5EF4-FFF2-40B4-BE49-F238E27FC236}">
                <a16:creationId xmlns:a16="http://schemas.microsoft.com/office/drawing/2014/main" id="{9FE7E4FD-E9D1-475D-8152-D2C8F33C21A2}"/>
              </a:ext>
            </a:extLst>
          </p:cNvPr>
          <p:cNvSpPr>
            <a:spLocks xmlns:a="http://schemas.openxmlformats.org/drawingml/2006/main" noGrp="1"/>
          </p:cNvSpPr>
          <p:nvPr/>
        </p:nvSpPr>
        <p:spPr>
          <a:xfrm xmlns:a="http://schemas.openxmlformats.org/drawingml/2006/main">
            <a:off x="504000" y="828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00" b="1">
                <a:solidFill>
                  <a:srgbClr val="142C48"/>
                </a:solidFill>
                <a:latin typeface="Aptos"/>
                <a:ea typeface="Aptos"/>
                <a:cs typeface="Aptos"/>
              </a:defRPr>
            </a:defPPr>
            <a:lvl1pPr>
              <a:defRPr sz="2300" b="1">
                <a:solidFill>
                  <a:srgbClr val="142C48"/>
                </a:solidFill>
                <a:latin typeface="Aptos"/>
                <a:ea typeface="Aptos"/>
                <a:cs typeface="Aptos"/>
              </a:defRPr>
            </a:lvl1pPr>
            <a:lvl2pPr>
              <a:defRPr sz="2300" b="1">
                <a:solidFill>
                  <a:srgbClr val="142C48"/>
                </a:solidFill>
                <a:latin typeface="Aptos"/>
                <a:ea typeface="Aptos"/>
                <a:cs typeface="Aptos"/>
              </a:defRPr>
            </a:lvl2pPr>
            <a:lvl3pPr>
              <a:defRPr sz="2300" b="1">
                <a:solidFill>
                  <a:srgbClr val="142C48"/>
                </a:solidFill>
                <a:latin typeface="Aptos"/>
                <a:ea typeface="Aptos"/>
                <a:cs typeface="Aptos"/>
              </a:defRPr>
            </a:lvl3pPr>
            <a:lvl4pPr>
              <a:defRPr sz="2300" b="1">
                <a:solidFill>
                  <a:srgbClr val="142C48"/>
                </a:solidFill>
                <a:latin typeface="Aptos"/>
                <a:ea typeface="Aptos"/>
                <a:cs typeface="Aptos"/>
              </a:defRPr>
            </a:lvl4pPr>
            <a:lvl5pPr>
              <a:defRPr sz="2300" b="1">
                <a:solidFill>
                  <a:srgbClr val="142C48"/>
                </a:solidFill>
                <a:latin typeface="Aptos"/>
                <a:ea typeface="Aptos"/>
                <a:cs typeface="Aptos"/>
              </a:defRPr>
            </a:lvl5pPr>
            <a:lvl6pPr>
              <a:defRPr sz="2300" b="1">
                <a:solidFill>
                  <a:srgbClr val="142C48"/>
                </a:solidFill>
                <a:latin typeface="Aptos"/>
                <a:ea typeface="Aptos"/>
                <a:cs typeface="Aptos"/>
              </a:defRPr>
            </a:lvl6pPr>
            <a:lvl7pPr>
              <a:defRPr sz="2300" b="1">
                <a:solidFill>
                  <a:srgbClr val="142C48"/>
                </a:solidFill>
                <a:latin typeface="Aptos"/>
                <a:ea typeface="Aptos"/>
                <a:cs typeface="Aptos"/>
              </a:defRPr>
            </a:lvl7pPr>
            <a:lvl8pPr>
              <a:defRPr sz="2300" b="1">
                <a:solidFill>
                  <a:srgbClr val="142C48"/>
                </a:solidFill>
                <a:latin typeface="Aptos"/>
                <a:ea typeface="Aptos"/>
                <a:cs typeface="Aptos"/>
              </a:defRPr>
            </a:lvl8pPr>
            <a:lvl9pPr>
              <a:defRPr sz="2300" b="1">
                <a:solidFill>
                  <a:srgbClr val="142C48"/>
                </a:solidFill>
                <a:latin typeface="Aptos"/>
                <a:ea typeface="Aptos"/>
                <a:cs typeface="Aptos"/>
              </a:defRPr>
            </a:lvl9pPr>
          </a:lstStyle>
          <a:p xmlns:a="http://schemas.openxmlformats.org/drawingml/2006/main">
            <a:pPr>
              <a:defRPr sz="2300" b="1">
                <a:solidFill>
                  <a:srgbClr val="142C48"/>
                </a:solidFill>
                <a:latin typeface="Aptos"/>
                <a:ea typeface="Aptos"/>
                <a:cs typeface="Aptos"/>
              </a:defRPr>
            </a:pPr>
            <a:r>
              <a:rPr sz="2300" b="1">
                <a:solidFill>
                  <a:srgbClr val="142C48"/>
                </a:solidFill>
                <a:latin typeface="Aptos"/>
                <a:ea typeface="Aptos"/>
                <a:cs typeface="Aptos"/>
              </a:rPr>
              <a:t>Roadmap and Risk Governance</a:t>
            </a:r>
          </a:p>
        </p:txBody>
      </p:sp>
      <p:sp>
        <p:nvSpPr>
          <p:cNvPr id="4" name="">
            <a:extLst xmlns:a="http://schemas.openxmlformats.org/drawingml/2006/main">
              <a:ext uri="{FF2B5EF4-FFF2-40B4-BE49-F238E27FC236}">
                <a16:creationId xmlns:a16="http://schemas.microsoft.com/office/drawing/2014/main" id="{2C6A4B8D-1DDE-42BD-A569-C865B0B194CF}"/>
              </a:ext>
            </a:extLst>
          </p:cNvPr>
          <p:cNvSpPr>
            <a:spLocks xmlns:a="http://schemas.openxmlformats.org/drawingml/2006/main" noGrp="1"/>
          </p:cNvSpPr>
          <p:nvPr/>
        </p:nvSpPr>
        <p:spPr>
          <a:xfrm xmlns:a="http://schemas.openxmlformats.org/drawingml/2006/main">
            <a:off x="504000" y="1332000"/>
            <a:ext cx="540000" cy="90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1F1AD04-3229-4B70-BBD9-E3D27A2EF611}"/>
              </a:ext>
            </a:extLst>
          </p:cNvPr>
          <p:cNvSpPr>
            <a:spLocks xmlns:a="http://schemas.openxmlformats.org/drawingml/2006/main" noGrp="1"/>
          </p:cNvSpPr>
          <p:nvPr/>
        </p:nvSpPr>
        <p:spPr>
          <a:xfrm xmlns:a="http://schemas.openxmlformats.org/drawingml/2006/main">
            <a:off x="504000" y="1620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Stage 1  Core product engineering</a:t>
            </a:r>
          </a:p>
        </p:txBody>
      </p:sp>
      <p:sp>
        <p:nvSpPr>
          <p:cNvPr id="6" name="">
            <a:extLst xmlns:a="http://schemas.openxmlformats.org/drawingml/2006/main">
              <a:ext uri="{FF2B5EF4-FFF2-40B4-BE49-F238E27FC236}">
                <a16:creationId xmlns:a16="http://schemas.microsoft.com/office/drawing/2014/main" id="{4A3CA38C-2E2C-4F0D-B049-B72C7707F81E}"/>
              </a:ext>
            </a:extLst>
          </p:cNvPr>
          <p:cNvSpPr>
            <a:spLocks xmlns:a="http://schemas.openxmlformats.org/drawingml/2006/main" noGrp="1"/>
          </p:cNvSpPr>
          <p:nvPr/>
        </p:nvSpPr>
        <p:spPr>
          <a:xfrm xmlns:a="http://schemas.openxmlformats.org/drawingml/2006/main">
            <a:off x="504000" y="1980000"/>
            <a:ext cx="6552000" cy="46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Data and LightGBM scoring; SHAP; care queue and AI; outreach review;</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Chat-to-Ticket. Pre-pilot gate: enterprise data and policy sign-off.</a:t>
            </a:r>
          </a:p>
        </p:txBody>
      </p:sp>
      <p:sp>
        <p:nvSpPr>
          <p:cNvPr id="7" name="">
            <a:extLst xmlns:a="http://schemas.openxmlformats.org/drawingml/2006/main">
              <a:ext uri="{FF2B5EF4-FFF2-40B4-BE49-F238E27FC236}">
                <a16:creationId xmlns:a16="http://schemas.microsoft.com/office/drawing/2014/main" id="{DA7F2A68-3EB3-4912-9CDA-5AB013B5064E}"/>
              </a:ext>
            </a:extLst>
          </p:cNvPr>
          <p:cNvSpPr>
            <a:spLocks xmlns:a="http://schemas.openxmlformats.org/drawingml/2006/main" noGrp="1"/>
          </p:cNvSpPr>
          <p:nvPr/>
        </p:nvSpPr>
        <p:spPr>
          <a:xfrm xmlns:a="http://schemas.openxmlformats.org/drawingml/2006/main">
            <a:off x="504000" y="273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Stage 2  Phased Binh Duong pilot</a:t>
            </a:r>
          </a:p>
        </p:txBody>
      </p:sp>
      <p:sp>
        <p:nvSpPr>
          <p:cNvPr id="8" name="">
            <a:extLst xmlns:a="http://schemas.openxmlformats.org/drawingml/2006/main">
              <a:ext uri="{FF2B5EF4-FFF2-40B4-BE49-F238E27FC236}">
                <a16:creationId xmlns:a16="http://schemas.microsoft.com/office/drawing/2014/main" id="{19CF020B-4DD2-486E-9FFD-60EE6ED3EA6D}"/>
              </a:ext>
            </a:extLst>
          </p:cNvPr>
          <p:cNvSpPr>
            <a:spLocks xmlns:a="http://schemas.openxmlformats.org/drawingml/2006/main" noGrp="1"/>
          </p:cNvSpPr>
          <p:nvPr/>
        </p:nvSpPr>
        <p:spPr>
          <a:xfrm xmlns:a="http://schemas.openxmlformats.org/drawingml/2006/main">
            <a:off x="504000" y="3168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P1  Diagnostic AI</a:t>
            </a:r>
          </a:p>
        </p:txBody>
      </p:sp>
      <p:sp>
        <p:nvSpPr>
          <p:cNvPr id="9" name="">
            <a:extLst xmlns:a="http://schemas.openxmlformats.org/drawingml/2006/main">
              <a:ext uri="{FF2B5EF4-FFF2-40B4-BE49-F238E27FC236}">
                <a16:creationId xmlns:a16="http://schemas.microsoft.com/office/drawing/2014/main" id="{65385BCE-8481-4CCF-9ECA-18BF8AD723CF}"/>
              </a:ext>
            </a:extLst>
          </p:cNvPr>
          <p:cNvSpPr>
            <a:spLocks xmlns:a="http://schemas.openxmlformats.org/drawingml/2006/main" noGrp="1"/>
          </p:cNvSpPr>
          <p:nvPr/>
        </p:nvSpPr>
        <p:spPr>
          <a:xfrm xmlns:a="http://schemas.openxmlformats.org/drawingml/2006/main">
            <a:off x="504000" y="3420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Care Queue + SHAP for 60 agents. Read-only explanation before calls.</a:t>
            </a:r>
          </a:p>
        </p:txBody>
      </p:sp>
      <p:sp>
        <p:nvSpPr>
          <p:cNvPr id="10" name="">
            <a:extLst xmlns:a="http://schemas.openxmlformats.org/drawingml/2006/main">
              <a:ext uri="{FF2B5EF4-FFF2-40B4-BE49-F238E27FC236}">
                <a16:creationId xmlns:a16="http://schemas.microsoft.com/office/drawing/2014/main" id="{411C84AB-9A96-4FAB-A774-3BD1139C2BA4}"/>
              </a:ext>
            </a:extLst>
          </p:cNvPr>
          <p:cNvSpPr>
            <a:spLocks xmlns:a="http://schemas.openxmlformats.org/drawingml/2006/main" noGrp="1"/>
          </p:cNvSpPr>
          <p:nvPr/>
        </p:nvSpPr>
        <p:spPr>
          <a:xfrm xmlns:a="http://schemas.openxmlformats.org/drawingml/2006/main">
            <a:off x="504000" y="3672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Gate: &gt;30% less review time and &gt;90% factual accuracy.</a:t>
            </a:r>
          </a:p>
        </p:txBody>
      </p:sp>
      <p:sp>
        <p:nvSpPr>
          <p:cNvPr id="11" name="">
            <a:extLst xmlns:a="http://schemas.openxmlformats.org/drawingml/2006/main">
              <a:ext uri="{FF2B5EF4-FFF2-40B4-BE49-F238E27FC236}">
                <a16:creationId xmlns:a16="http://schemas.microsoft.com/office/drawing/2014/main" id="{62E91F12-56C7-4B2A-8133-B92AE62AACDD}"/>
              </a:ext>
            </a:extLst>
          </p:cNvPr>
          <p:cNvSpPr>
            <a:spLocks xmlns:a="http://schemas.openxmlformats.org/drawingml/2006/main" noGrp="1"/>
          </p:cNvSpPr>
          <p:nvPr/>
        </p:nvSpPr>
        <p:spPr>
          <a:xfrm xmlns:a="http://schemas.openxmlformats.org/drawingml/2006/main">
            <a:off x="504000" y="4032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P2  Assisted outreach</a:t>
            </a:r>
          </a:p>
        </p:txBody>
      </p:sp>
      <p:sp>
        <p:nvSpPr>
          <p:cNvPr id="12" name="">
            <a:extLst xmlns:a="http://schemas.openxmlformats.org/drawingml/2006/main">
              <a:ext uri="{FF2B5EF4-FFF2-40B4-BE49-F238E27FC236}">
                <a16:creationId xmlns:a16="http://schemas.microsoft.com/office/drawing/2014/main" id="{AED89713-6B62-4A64-977E-A52EBBC44AB2}"/>
              </a:ext>
            </a:extLst>
          </p:cNvPr>
          <p:cNvSpPr>
            <a:spLocks xmlns:a="http://schemas.openxmlformats.org/drawingml/2006/main" noGrp="1"/>
          </p:cNvSpPr>
          <p:nvPr/>
        </p:nvSpPr>
        <p:spPr>
          <a:xfrm xmlns:a="http://schemas.openxmlformats.org/drawingml/2006/main">
            <a:off x="504000" y="4284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Reviewed Zalo/call drafts. Controlled A/B pilot vs. standard care.</a:t>
            </a:r>
          </a:p>
        </p:txBody>
      </p:sp>
      <p:sp>
        <p:nvSpPr>
          <p:cNvPr id="13" name="">
            <a:extLst xmlns:a="http://schemas.openxmlformats.org/drawingml/2006/main">
              <a:ext uri="{FF2B5EF4-FFF2-40B4-BE49-F238E27FC236}">
                <a16:creationId xmlns:a16="http://schemas.microsoft.com/office/drawing/2014/main" id="{ECBDA32F-9680-45FC-9006-ACE173FC7758}"/>
              </a:ext>
            </a:extLst>
          </p:cNvPr>
          <p:cNvSpPr>
            <a:spLocks xmlns:a="http://schemas.openxmlformats.org/drawingml/2006/main" noGrp="1"/>
          </p:cNvSpPr>
          <p:nvPr/>
        </p:nvSpPr>
        <p:spPr>
          <a:xfrm xmlns:a="http://schemas.openxmlformats.org/drawingml/2006/main">
            <a:off x="504000" y="453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Gate: &gt;70% draft acceptance/edit rate and &lt;2% opt-out.</a:t>
            </a:r>
          </a:p>
        </p:txBody>
      </p:sp>
      <p:sp>
        <p:nvSpPr>
          <p:cNvPr id="14" name="">
            <a:extLst xmlns:a="http://schemas.openxmlformats.org/drawingml/2006/main">
              <a:ext uri="{FF2B5EF4-FFF2-40B4-BE49-F238E27FC236}">
                <a16:creationId xmlns:a16="http://schemas.microsoft.com/office/drawing/2014/main" id="{74F43A21-94D3-45AC-B6C3-0837B41D7605}"/>
              </a:ext>
            </a:extLst>
          </p:cNvPr>
          <p:cNvSpPr>
            <a:spLocks xmlns:a="http://schemas.openxmlformats.org/drawingml/2006/main" noGrp="1"/>
          </p:cNvSpPr>
          <p:nvPr/>
        </p:nvSpPr>
        <p:spPr>
          <a:xfrm xmlns:a="http://schemas.openxmlformats.org/drawingml/2006/main">
            <a:off x="504000" y="4896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100" b="1">
                <a:solidFill>
                  <a:srgbClr val="0D69B3"/>
                </a:solidFill>
                <a:latin typeface="Aptos"/>
                <a:ea typeface="Aptos"/>
                <a:cs typeface="Aptos"/>
              </a:defRPr>
            </a:defPPr>
            <a:lvl1pPr>
              <a:defRPr sz="1100" b="1">
                <a:solidFill>
                  <a:srgbClr val="0D69B3"/>
                </a:solidFill>
                <a:latin typeface="Aptos"/>
                <a:ea typeface="Aptos"/>
                <a:cs typeface="Aptos"/>
              </a:defRPr>
            </a:lvl1pPr>
            <a:lvl2pPr>
              <a:defRPr sz="1100" b="1">
                <a:solidFill>
                  <a:srgbClr val="0D69B3"/>
                </a:solidFill>
                <a:latin typeface="Aptos"/>
                <a:ea typeface="Aptos"/>
                <a:cs typeface="Aptos"/>
              </a:defRPr>
            </a:lvl2pPr>
            <a:lvl3pPr>
              <a:defRPr sz="1100" b="1">
                <a:solidFill>
                  <a:srgbClr val="0D69B3"/>
                </a:solidFill>
                <a:latin typeface="Aptos"/>
                <a:ea typeface="Aptos"/>
                <a:cs typeface="Aptos"/>
              </a:defRPr>
            </a:lvl3pPr>
            <a:lvl4pPr>
              <a:defRPr sz="1100" b="1">
                <a:solidFill>
                  <a:srgbClr val="0D69B3"/>
                </a:solidFill>
                <a:latin typeface="Aptos"/>
                <a:ea typeface="Aptos"/>
                <a:cs typeface="Aptos"/>
              </a:defRPr>
            </a:lvl4pPr>
            <a:lvl5pPr>
              <a:defRPr sz="1100" b="1">
                <a:solidFill>
                  <a:srgbClr val="0D69B3"/>
                </a:solidFill>
                <a:latin typeface="Aptos"/>
                <a:ea typeface="Aptos"/>
                <a:cs typeface="Aptos"/>
              </a:defRPr>
            </a:lvl5pPr>
            <a:lvl6pPr>
              <a:defRPr sz="1100" b="1">
                <a:solidFill>
                  <a:srgbClr val="0D69B3"/>
                </a:solidFill>
                <a:latin typeface="Aptos"/>
                <a:ea typeface="Aptos"/>
                <a:cs typeface="Aptos"/>
              </a:defRPr>
            </a:lvl6pPr>
            <a:lvl7pPr>
              <a:defRPr sz="1100" b="1">
                <a:solidFill>
                  <a:srgbClr val="0D69B3"/>
                </a:solidFill>
                <a:latin typeface="Aptos"/>
                <a:ea typeface="Aptos"/>
                <a:cs typeface="Aptos"/>
              </a:defRPr>
            </a:lvl7pPr>
            <a:lvl8pPr>
              <a:defRPr sz="1100" b="1">
                <a:solidFill>
                  <a:srgbClr val="0D69B3"/>
                </a:solidFill>
                <a:latin typeface="Aptos"/>
                <a:ea typeface="Aptos"/>
                <a:cs typeface="Aptos"/>
              </a:defRPr>
            </a:lvl8pPr>
            <a:lvl9pPr>
              <a:defRPr sz="1100" b="1">
                <a:solidFill>
                  <a:srgbClr val="0D69B3"/>
                </a:solidFill>
                <a:latin typeface="Aptos"/>
                <a:ea typeface="Aptos"/>
                <a:cs typeface="Aptos"/>
              </a:defRPr>
            </a:lvl9pPr>
          </a:lstStyle>
          <a:p xmlns:a="http://schemas.openxmlformats.org/drawingml/2006/main">
            <a:pPr>
              <a:defRPr sz="1100" b="1">
                <a:solidFill>
                  <a:srgbClr val="0D69B3"/>
                </a:solidFill>
                <a:latin typeface="Aptos"/>
                <a:ea typeface="Aptos"/>
                <a:cs typeface="Aptos"/>
              </a:defRPr>
            </a:pPr>
            <a:r>
              <a:rPr sz="1100" b="1">
                <a:solidFill>
                  <a:srgbClr val="0D69B3"/>
                </a:solidFill>
                <a:latin typeface="Aptos"/>
                <a:ea typeface="Aptos"/>
                <a:cs typeface="Aptos"/>
              </a:rPr>
              <a:t>P3  Chat-to-Ticket</a:t>
            </a:r>
          </a:p>
        </p:txBody>
      </p:sp>
      <p:sp>
        <p:nvSpPr>
          <p:cNvPr id="15" name="">
            <a:extLst xmlns:a="http://schemas.openxmlformats.org/drawingml/2006/main">
              <a:ext uri="{FF2B5EF4-FFF2-40B4-BE49-F238E27FC236}">
                <a16:creationId xmlns:a16="http://schemas.microsoft.com/office/drawing/2014/main" id="{D276FD13-AE8C-461E-9FED-8C7C963724AE}"/>
              </a:ext>
            </a:extLst>
          </p:cNvPr>
          <p:cNvSpPr>
            <a:spLocks xmlns:a="http://schemas.openxmlformats.org/drawingml/2006/main" noGrp="1"/>
          </p:cNvSpPr>
          <p:nvPr/>
        </p:nvSpPr>
        <p:spPr>
          <a:xfrm xmlns:a="http://schemas.openxmlformats.org/drawingml/2006/main">
            <a:off x="504000" y="5148000"/>
            <a:ext cx="6552000" cy="2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Chat evidence, support routing and follow-up reminders.</a:t>
            </a:r>
          </a:p>
        </p:txBody>
      </p:sp>
      <p:sp>
        <p:nvSpPr>
          <p:cNvPr id="16" name="">
            <a:extLst xmlns:a="http://schemas.openxmlformats.org/drawingml/2006/main">
              <a:ext uri="{FF2B5EF4-FFF2-40B4-BE49-F238E27FC236}">
                <a16:creationId xmlns:a16="http://schemas.microsoft.com/office/drawing/2014/main" id="{20688FBA-92FC-43DA-AC5B-C05960A77B10}"/>
              </a:ext>
            </a:extLst>
          </p:cNvPr>
          <p:cNvSpPr>
            <a:spLocks xmlns:a="http://schemas.openxmlformats.org/drawingml/2006/main" noGrp="1"/>
          </p:cNvSpPr>
          <p:nvPr/>
        </p:nvSpPr>
        <p:spPr>
          <a:xfrm xmlns:a="http://schemas.openxmlformats.org/drawingml/2006/main">
            <a:off x="504000" y="5400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Gate: no tickets returned for missing evidence; track period-end retention.</a:t>
            </a:r>
          </a:p>
        </p:txBody>
      </p:sp>
      <p:sp>
        <p:nvSpPr>
          <p:cNvPr id="17" name="">
            <a:extLst xmlns:a="http://schemas.openxmlformats.org/drawingml/2006/main">
              <a:ext uri="{FF2B5EF4-FFF2-40B4-BE49-F238E27FC236}">
                <a16:creationId xmlns:a16="http://schemas.microsoft.com/office/drawing/2014/main" id="{CD40BCA5-8E0A-4614-A14D-71EAA9778158}"/>
              </a:ext>
            </a:extLst>
          </p:cNvPr>
          <p:cNvSpPr>
            <a:spLocks xmlns:a="http://schemas.openxmlformats.org/drawingml/2006/main" noGrp="1"/>
          </p:cNvSpPr>
          <p:nvPr/>
        </p:nvSpPr>
        <p:spPr>
          <a:xfrm xmlns:a="http://schemas.openxmlformats.org/drawingml/2006/main">
            <a:off x="504000" y="5976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Stage 3  Enterprise expansion</a:t>
            </a:r>
          </a:p>
        </p:txBody>
      </p:sp>
      <p:sp>
        <p:nvSpPr>
          <p:cNvPr id="18" name="">
            <a:extLst xmlns:a="http://schemas.openxmlformats.org/drawingml/2006/main">
              <a:ext uri="{FF2B5EF4-FFF2-40B4-BE49-F238E27FC236}">
                <a16:creationId xmlns:a16="http://schemas.microsoft.com/office/drawing/2014/main" id="{F489C88C-3CC8-4E9C-9260-0F9D73C881B5}"/>
              </a:ext>
            </a:extLst>
          </p:cNvPr>
          <p:cNvSpPr>
            <a:spLocks xmlns:a="http://schemas.openxmlformats.org/drawingml/2006/main" noGrp="1"/>
          </p:cNvSpPr>
          <p:nvPr/>
        </p:nvSpPr>
        <p:spPr>
          <a:xfrm xmlns:a="http://schemas.openxmlformats.org/drawingml/2006/main">
            <a:off x="504000" y="6336000"/>
            <a:ext cx="6552000" cy="68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50" b="0">
                <a:solidFill>
                  <a:srgbClr val="142C48"/>
                </a:solidFill>
                <a:latin typeface="Aptos"/>
                <a:ea typeface="Aptos"/>
                <a:cs typeface="Aptos"/>
              </a:defRPr>
            </a:defPPr>
            <a:lvl1pPr>
              <a:defRPr sz="1050" b="0">
                <a:solidFill>
                  <a:srgbClr val="142C48"/>
                </a:solidFill>
                <a:latin typeface="Aptos"/>
                <a:ea typeface="Aptos"/>
                <a:cs typeface="Aptos"/>
              </a:defRPr>
            </a:lvl1pPr>
            <a:lvl2pPr>
              <a:defRPr sz="1050" b="0">
                <a:solidFill>
                  <a:srgbClr val="142C48"/>
                </a:solidFill>
                <a:latin typeface="Aptos"/>
                <a:ea typeface="Aptos"/>
                <a:cs typeface="Aptos"/>
              </a:defRPr>
            </a:lvl2pPr>
            <a:lvl3pPr>
              <a:defRPr sz="1050" b="0">
                <a:solidFill>
                  <a:srgbClr val="142C48"/>
                </a:solidFill>
                <a:latin typeface="Aptos"/>
                <a:ea typeface="Aptos"/>
                <a:cs typeface="Aptos"/>
              </a:defRPr>
            </a:lvl3pPr>
            <a:lvl4pPr>
              <a:defRPr sz="1050" b="0">
                <a:solidFill>
                  <a:srgbClr val="142C48"/>
                </a:solidFill>
                <a:latin typeface="Aptos"/>
                <a:ea typeface="Aptos"/>
                <a:cs typeface="Aptos"/>
              </a:defRPr>
            </a:lvl4pPr>
            <a:lvl5pPr>
              <a:defRPr sz="1050" b="0">
                <a:solidFill>
                  <a:srgbClr val="142C48"/>
                </a:solidFill>
                <a:latin typeface="Aptos"/>
                <a:ea typeface="Aptos"/>
                <a:cs typeface="Aptos"/>
              </a:defRPr>
            </a:lvl5pPr>
            <a:lvl6pPr>
              <a:defRPr sz="1050" b="0">
                <a:solidFill>
                  <a:srgbClr val="142C48"/>
                </a:solidFill>
                <a:latin typeface="Aptos"/>
                <a:ea typeface="Aptos"/>
                <a:cs typeface="Aptos"/>
              </a:defRPr>
            </a:lvl6pPr>
            <a:lvl7pPr>
              <a:defRPr sz="1050" b="0">
                <a:solidFill>
                  <a:srgbClr val="142C48"/>
                </a:solidFill>
                <a:latin typeface="Aptos"/>
                <a:ea typeface="Aptos"/>
                <a:cs typeface="Aptos"/>
              </a:defRPr>
            </a:lvl7pPr>
            <a:lvl8pPr>
              <a:defRPr sz="1050" b="0">
                <a:solidFill>
                  <a:srgbClr val="142C48"/>
                </a:solidFill>
                <a:latin typeface="Aptos"/>
                <a:ea typeface="Aptos"/>
                <a:cs typeface="Aptos"/>
              </a:defRPr>
            </a:lvl8pPr>
            <a:lvl9pPr>
              <a:defRPr sz="1050" b="0">
                <a:solidFill>
                  <a:srgbClr val="142C48"/>
                </a:solidFill>
                <a:latin typeface="Aptos"/>
                <a:ea typeface="Aptos"/>
                <a:cs typeface="Aptos"/>
              </a:defRPr>
            </a:lvl9pPr>
          </a:lstStyle>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Wave 1: 3–5 provinces, with a 2–3 month holdout and replication checks.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Wave 2: 10–15 provinces, testing concurrency, cost and workflow budgets.</a:t>
            </a:r>
          </a:p>
          <a:p xmlns:a="http://schemas.openxmlformats.org/drawingml/2006/main">
            <a:pPr>
              <a:defRPr sz="1050" b="0">
                <a:solidFill>
                  <a:srgbClr val="142C48"/>
                </a:solidFill>
                <a:latin typeface="Aptos"/>
                <a:ea typeface="Aptos"/>
                <a:cs typeface="Aptos"/>
              </a:defRPr>
            </a:pPr>
            <a:r>
              <a:rPr sz="1050" b="0">
                <a:solidFill>
                  <a:srgbClr val="142C48"/>
                </a:solidFill>
                <a:latin typeface="Aptos"/>
                <a:ea typeface="Aptos"/>
                <a:cs typeface="Aptos"/>
              </a:rPr>
              <a:t>Wave 3: nationwide CRM/ticketing integration, retaining a 5% holdout.</a:t>
            </a:r>
          </a:p>
        </p:txBody>
      </p:sp>
      <p:sp>
        <p:nvSpPr>
          <p:cNvPr id="19" name="">
            <a:extLst xmlns:a="http://schemas.openxmlformats.org/drawingml/2006/main">
              <a:ext uri="{FF2B5EF4-FFF2-40B4-BE49-F238E27FC236}">
                <a16:creationId xmlns:a16="http://schemas.microsoft.com/office/drawing/2014/main" id="{B2A2E000-531F-4884-A8D0-AADB376C5144}"/>
              </a:ext>
            </a:extLst>
          </p:cNvPr>
          <p:cNvSpPr>
            <a:spLocks xmlns:a="http://schemas.openxmlformats.org/drawingml/2006/main" noGrp="1"/>
          </p:cNvSpPr>
          <p:nvPr/>
        </p:nvSpPr>
        <p:spPr>
          <a:xfrm xmlns:a="http://schemas.openxmlformats.org/drawingml/2006/main">
            <a:off x="504000" y="7164000"/>
            <a:ext cx="6552000" cy="4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000" b="0">
                <a:solidFill>
                  <a:srgbClr val="61738A"/>
                </a:solidFill>
                <a:latin typeface="Aptos"/>
                <a:ea typeface="Aptos"/>
                <a:cs typeface="Aptos"/>
              </a:defRPr>
            </a:defPPr>
            <a:lvl1pPr>
              <a:defRPr sz="1000" b="0">
                <a:solidFill>
                  <a:srgbClr val="61738A"/>
                </a:solidFill>
                <a:latin typeface="Aptos"/>
                <a:ea typeface="Aptos"/>
                <a:cs typeface="Aptos"/>
              </a:defRPr>
            </a:lvl1pPr>
            <a:lvl2pPr>
              <a:defRPr sz="1000" b="0">
                <a:solidFill>
                  <a:srgbClr val="61738A"/>
                </a:solidFill>
                <a:latin typeface="Aptos"/>
                <a:ea typeface="Aptos"/>
                <a:cs typeface="Aptos"/>
              </a:defRPr>
            </a:lvl2pPr>
            <a:lvl3pPr>
              <a:defRPr sz="1000" b="0">
                <a:solidFill>
                  <a:srgbClr val="61738A"/>
                </a:solidFill>
                <a:latin typeface="Aptos"/>
                <a:ea typeface="Aptos"/>
                <a:cs typeface="Aptos"/>
              </a:defRPr>
            </a:lvl3pPr>
            <a:lvl4pPr>
              <a:defRPr sz="1000" b="0">
                <a:solidFill>
                  <a:srgbClr val="61738A"/>
                </a:solidFill>
                <a:latin typeface="Aptos"/>
                <a:ea typeface="Aptos"/>
                <a:cs typeface="Aptos"/>
              </a:defRPr>
            </a:lvl4pPr>
            <a:lvl5pPr>
              <a:defRPr sz="1000" b="0">
                <a:solidFill>
                  <a:srgbClr val="61738A"/>
                </a:solidFill>
                <a:latin typeface="Aptos"/>
                <a:ea typeface="Aptos"/>
                <a:cs typeface="Aptos"/>
              </a:defRPr>
            </a:lvl5pPr>
            <a:lvl6pPr>
              <a:defRPr sz="1000" b="0">
                <a:solidFill>
                  <a:srgbClr val="61738A"/>
                </a:solidFill>
                <a:latin typeface="Aptos"/>
                <a:ea typeface="Aptos"/>
                <a:cs typeface="Aptos"/>
              </a:defRPr>
            </a:lvl6pPr>
            <a:lvl7pPr>
              <a:defRPr sz="1000" b="0">
                <a:solidFill>
                  <a:srgbClr val="61738A"/>
                </a:solidFill>
                <a:latin typeface="Aptos"/>
                <a:ea typeface="Aptos"/>
                <a:cs typeface="Aptos"/>
              </a:defRPr>
            </a:lvl7pPr>
            <a:lvl8pPr>
              <a:defRPr sz="1000" b="0">
                <a:solidFill>
                  <a:srgbClr val="61738A"/>
                </a:solidFill>
                <a:latin typeface="Aptos"/>
                <a:ea typeface="Aptos"/>
                <a:cs typeface="Aptos"/>
              </a:defRPr>
            </a:lvl8pPr>
            <a:lvl9pPr>
              <a:defRPr sz="1000" b="0">
                <a:solidFill>
                  <a:srgbClr val="61738A"/>
                </a:solidFill>
                <a:latin typeface="Aptos"/>
                <a:ea typeface="Aptos"/>
                <a:cs typeface="Aptos"/>
              </a:defRPr>
            </a:lvl9pPr>
          </a:lstStyle>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Monthly outcome feedback and model drift review support further learning.</a:t>
            </a:r>
          </a:p>
          <a:p xmlns:a="http://schemas.openxmlformats.org/drawingml/2006/main">
            <a:pPr>
              <a:defRPr sz="1000" b="0">
                <a:solidFill>
                  <a:srgbClr val="61738A"/>
                </a:solidFill>
                <a:latin typeface="Aptos"/>
                <a:ea typeface="Aptos"/>
                <a:cs typeface="Aptos"/>
              </a:defRPr>
            </a:pPr>
            <a:r>
              <a:rPr sz="1000" b="0">
                <a:solidFill>
                  <a:srgbClr val="61738A"/>
                </a:solidFill>
                <a:latin typeface="Aptos"/>
                <a:ea typeface="Aptos"/>
                <a:cs typeface="Aptos"/>
              </a:rPr>
              <a:t>Each gate can lead to go, revise or stop. Targets require pilot validation.</a:t>
            </a:r>
          </a:p>
        </p:txBody>
      </p:sp>
      <p:sp>
        <p:nvSpPr>
          <p:cNvPr id="20" name="">
            <a:extLst xmlns:a="http://schemas.openxmlformats.org/drawingml/2006/main">
              <a:ext uri="{FF2B5EF4-FFF2-40B4-BE49-F238E27FC236}">
                <a16:creationId xmlns:a16="http://schemas.microsoft.com/office/drawing/2014/main" id="{B4D96D4E-1018-4D3C-88F6-5B7CADAFFB89}"/>
              </a:ext>
            </a:extLst>
          </p:cNvPr>
          <p:cNvSpPr>
            <a:spLocks xmlns:a="http://schemas.openxmlformats.org/drawingml/2006/main" noGrp="1"/>
          </p:cNvSpPr>
          <p:nvPr/>
        </p:nvSpPr>
        <p:spPr>
          <a:xfrm xmlns:a="http://schemas.openxmlformats.org/drawingml/2006/main">
            <a:off x="504000" y="7776000"/>
            <a:ext cx="6552000" cy="9000"/>
          </a:xfrm>
          <a:prstGeom xmlns:a="http://schemas.openxmlformats.org/drawingml/2006/main" prst="rect">
            <a:avLst/>
          </a:prstGeom>
          <a:solidFill xmlns:a="http://schemas.openxmlformats.org/drawingml/2006/main">
            <a:srgbClr val="DAE3E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4B75E31-4AD6-4064-9DD0-4F2FB3E7BC2D}"/>
              </a:ext>
            </a:extLst>
          </p:cNvPr>
          <p:cNvSpPr>
            <a:spLocks xmlns:a="http://schemas.openxmlformats.org/drawingml/2006/main" noGrp="1"/>
          </p:cNvSpPr>
          <p:nvPr/>
        </p:nvSpPr>
        <p:spPr>
          <a:xfrm xmlns:a="http://schemas.openxmlformats.org/drawingml/2006/main">
            <a:off x="504000" y="7992000"/>
            <a:ext cx="6552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00" b="1">
                <a:solidFill>
                  <a:srgbClr val="0D69B3"/>
                </a:solidFill>
                <a:latin typeface="Aptos"/>
                <a:ea typeface="Aptos"/>
                <a:cs typeface="Aptos"/>
              </a:defRPr>
            </a:defPPr>
            <a:lvl1pPr>
              <a:defRPr sz="1200" b="1">
                <a:solidFill>
                  <a:srgbClr val="0D69B3"/>
                </a:solidFill>
                <a:latin typeface="Aptos"/>
                <a:ea typeface="Aptos"/>
                <a:cs typeface="Aptos"/>
              </a:defRPr>
            </a:lvl1pPr>
            <a:lvl2pPr>
              <a:defRPr sz="1200" b="1">
                <a:solidFill>
                  <a:srgbClr val="0D69B3"/>
                </a:solidFill>
                <a:latin typeface="Aptos"/>
                <a:ea typeface="Aptos"/>
                <a:cs typeface="Aptos"/>
              </a:defRPr>
            </a:lvl2pPr>
            <a:lvl3pPr>
              <a:defRPr sz="1200" b="1">
                <a:solidFill>
                  <a:srgbClr val="0D69B3"/>
                </a:solidFill>
                <a:latin typeface="Aptos"/>
                <a:ea typeface="Aptos"/>
                <a:cs typeface="Aptos"/>
              </a:defRPr>
            </a:lvl3pPr>
            <a:lvl4pPr>
              <a:defRPr sz="1200" b="1">
                <a:solidFill>
                  <a:srgbClr val="0D69B3"/>
                </a:solidFill>
                <a:latin typeface="Aptos"/>
                <a:ea typeface="Aptos"/>
                <a:cs typeface="Aptos"/>
              </a:defRPr>
            </a:lvl4pPr>
            <a:lvl5pPr>
              <a:defRPr sz="1200" b="1">
                <a:solidFill>
                  <a:srgbClr val="0D69B3"/>
                </a:solidFill>
                <a:latin typeface="Aptos"/>
                <a:ea typeface="Aptos"/>
                <a:cs typeface="Aptos"/>
              </a:defRPr>
            </a:lvl5pPr>
            <a:lvl6pPr>
              <a:defRPr sz="1200" b="1">
                <a:solidFill>
                  <a:srgbClr val="0D69B3"/>
                </a:solidFill>
                <a:latin typeface="Aptos"/>
                <a:ea typeface="Aptos"/>
                <a:cs typeface="Aptos"/>
              </a:defRPr>
            </a:lvl6pPr>
            <a:lvl7pPr>
              <a:defRPr sz="1200" b="1">
                <a:solidFill>
                  <a:srgbClr val="0D69B3"/>
                </a:solidFill>
                <a:latin typeface="Aptos"/>
                <a:ea typeface="Aptos"/>
                <a:cs typeface="Aptos"/>
              </a:defRPr>
            </a:lvl7pPr>
            <a:lvl8pPr>
              <a:defRPr sz="1200" b="1">
                <a:solidFill>
                  <a:srgbClr val="0D69B3"/>
                </a:solidFill>
                <a:latin typeface="Aptos"/>
                <a:ea typeface="Aptos"/>
                <a:cs typeface="Aptos"/>
              </a:defRPr>
            </a:lvl8pPr>
            <a:lvl9pPr>
              <a:defRPr sz="1200" b="1">
                <a:solidFill>
                  <a:srgbClr val="0D69B3"/>
                </a:solidFill>
                <a:latin typeface="Aptos"/>
                <a:ea typeface="Aptos"/>
                <a:cs typeface="Aptos"/>
              </a:defRPr>
            </a:lvl9pPr>
          </a:lstStyle>
          <a:p xmlns:a="http://schemas.openxmlformats.org/drawingml/2006/main">
            <a:pPr>
              <a:defRPr sz="1200" b="1">
                <a:solidFill>
                  <a:srgbClr val="0D69B3"/>
                </a:solidFill>
                <a:latin typeface="Aptos"/>
                <a:ea typeface="Aptos"/>
                <a:cs typeface="Aptos"/>
              </a:defRPr>
            </a:pPr>
            <a:r>
              <a:rPr sz="1200" b="1">
                <a:solidFill>
                  <a:srgbClr val="0D69B3"/>
                </a:solidFill>
                <a:latin typeface="Aptos"/>
                <a:ea typeface="Aptos"/>
                <a:cs typeface="Aptos"/>
              </a:rPr>
              <a:t>Key risks and responses</a:t>
            </a:r>
          </a:p>
        </p:txBody>
      </p:sp>
      <p:sp>
        <p:nvSpPr>
          <p:cNvPr id="22" name="">
            <a:extLst xmlns:a="http://schemas.openxmlformats.org/drawingml/2006/main">
              <a:ext uri="{FF2B5EF4-FFF2-40B4-BE49-F238E27FC236}">
                <a16:creationId xmlns:a16="http://schemas.microsoft.com/office/drawing/2014/main" id="{E19DF8C3-2E5F-4E7C-AC99-B2D1A479EED2}"/>
              </a:ext>
            </a:extLst>
          </p:cNvPr>
          <p:cNvSpPr>
            <a:spLocks xmlns:a="http://schemas.openxmlformats.org/drawingml/2006/main" noGrp="1"/>
          </p:cNvSpPr>
          <p:nvPr/>
        </p:nvSpPr>
        <p:spPr>
          <a:xfrm xmlns:a="http://schemas.openxmlformats.org/drawingml/2006/main">
            <a:off x="504000" y="8352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1">
                <a:solidFill>
                  <a:srgbClr val="142C48"/>
                </a:solidFill>
                <a:latin typeface="Aptos"/>
                <a:ea typeface="Aptos"/>
                <a:cs typeface="Aptos"/>
              </a:defRPr>
            </a:defPPr>
            <a:lvl1pPr>
              <a:defRPr sz="950" b="1">
                <a:solidFill>
                  <a:srgbClr val="142C48"/>
                </a:solidFill>
                <a:latin typeface="Aptos"/>
                <a:ea typeface="Aptos"/>
                <a:cs typeface="Aptos"/>
              </a:defRPr>
            </a:lvl1pPr>
            <a:lvl2pPr>
              <a:defRPr sz="950" b="1">
                <a:solidFill>
                  <a:srgbClr val="142C48"/>
                </a:solidFill>
                <a:latin typeface="Aptos"/>
                <a:ea typeface="Aptos"/>
                <a:cs typeface="Aptos"/>
              </a:defRPr>
            </a:lvl2pPr>
            <a:lvl3pPr>
              <a:defRPr sz="950" b="1">
                <a:solidFill>
                  <a:srgbClr val="142C48"/>
                </a:solidFill>
                <a:latin typeface="Aptos"/>
                <a:ea typeface="Aptos"/>
                <a:cs typeface="Aptos"/>
              </a:defRPr>
            </a:lvl3pPr>
            <a:lvl4pPr>
              <a:defRPr sz="950" b="1">
                <a:solidFill>
                  <a:srgbClr val="142C48"/>
                </a:solidFill>
                <a:latin typeface="Aptos"/>
                <a:ea typeface="Aptos"/>
                <a:cs typeface="Aptos"/>
              </a:defRPr>
            </a:lvl4pPr>
            <a:lvl5pPr>
              <a:defRPr sz="950" b="1">
                <a:solidFill>
                  <a:srgbClr val="142C48"/>
                </a:solidFill>
                <a:latin typeface="Aptos"/>
                <a:ea typeface="Aptos"/>
                <a:cs typeface="Aptos"/>
              </a:defRPr>
            </a:lvl5pPr>
            <a:lvl6pPr>
              <a:defRPr sz="950" b="1">
                <a:solidFill>
                  <a:srgbClr val="142C48"/>
                </a:solidFill>
                <a:latin typeface="Aptos"/>
                <a:ea typeface="Aptos"/>
                <a:cs typeface="Aptos"/>
              </a:defRPr>
            </a:lvl6pPr>
            <a:lvl7pPr>
              <a:defRPr sz="950" b="1">
                <a:solidFill>
                  <a:srgbClr val="142C48"/>
                </a:solidFill>
                <a:latin typeface="Aptos"/>
                <a:ea typeface="Aptos"/>
                <a:cs typeface="Aptos"/>
              </a:defRPr>
            </a:lvl7pPr>
            <a:lvl8pPr>
              <a:defRPr sz="950" b="1">
                <a:solidFill>
                  <a:srgbClr val="142C48"/>
                </a:solidFill>
                <a:latin typeface="Aptos"/>
                <a:ea typeface="Aptos"/>
                <a:cs typeface="Aptos"/>
              </a:defRPr>
            </a:lvl8pPr>
            <a:lvl9pPr>
              <a:defRPr sz="950" b="1">
                <a:solidFill>
                  <a:srgbClr val="142C48"/>
                </a:solidFill>
                <a:latin typeface="Aptos"/>
                <a:ea typeface="Aptos"/>
                <a:cs typeface="Aptos"/>
              </a:defRPr>
            </a:lvl9pPr>
          </a:lstStyle>
          <a:p xmlns:a="http://schemas.openxmlformats.org/drawingml/2006/main">
            <a:pPr>
              <a:defRPr sz="950" b="1">
                <a:solidFill>
                  <a:srgbClr val="142C48"/>
                </a:solidFill>
                <a:latin typeface="Aptos"/>
                <a:ea typeface="Aptos"/>
                <a:cs typeface="Aptos"/>
              </a:defRPr>
            </a:pPr>
            <a:r>
              <a:rPr sz="950" b="1">
                <a:solidFill>
                  <a:srgbClr val="142C48"/>
                </a:solidFill>
                <a:latin typeface="Aptos"/>
                <a:ea typeface="Aptos"/>
                <a:cs typeface="Aptos"/>
              </a:rPr>
              <a:t>Privacy and consent</a:t>
            </a:r>
          </a:p>
        </p:txBody>
      </p:sp>
      <p:sp>
        <p:nvSpPr>
          <p:cNvPr id="23" name="">
            <a:extLst xmlns:a="http://schemas.openxmlformats.org/drawingml/2006/main">
              <a:ext uri="{FF2B5EF4-FFF2-40B4-BE49-F238E27FC236}">
                <a16:creationId xmlns:a16="http://schemas.microsoft.com/office/drawing/2014/main" id="{D407C1A1-CF95-4544-A6E6-2EA22FBB38D2}"/>
              </a:ext>
            </a:extLst>
          </p:cNvPr>
          <p:cNvSpPr>
            <a:spLocks xmlns:a="http://schemas.openxmlformats.org/drawingml/2006/main" noGrp="1"/>
          </p:cNvSpPr>
          <p:nvPr/>
        </p:nvSpPr>
        <p:spPr>
          <a:xfrm xmlns:a="http://schemas.openxmlformats.org/drawingml/2006/main">
            <a:off x="2340000" y="8352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142C48"/>
                </a:solidFill>
                <a:latin typeface="Aptos"/>
                <a:ea typeface="Aptos"/>
                <a:cs typeface="Aptos"/>
              </a:defRPr>
            </a:defPPr>
            <a:lvl1pPr>
              <a:defRPr sz="950" b="0">
                <a:solidFill>
                  <a:srgbClr val="142C48"/>
                </a:solidFill>
                <a:latin typeface="Aptos"/>
                <a:ea typeface="Aptos"/>
                <a:cs typeface="Aptos"/>
              </a:defRPr>
            </a:lvl1pPr>
            <a:lvl2pPr>
              <a:defRPr sz="950" b="0">
                <a:solidFill>
                  <a:srgbClr val="142C48"/>
                </a:solidFill>
                <a:latin typeface="Aptos"/>
                <a:ea typeface="Aptos"/>
                <a:cs typeface="Aptos"/>
              </a:defRPr>
            </a:lvl2pPr>
            <a:lvl3pPr>
              <a:defRPr sz="950" b="0">
                <a:solidFill>
                  <a:srgbClr val="142C48"/>
                </a:solidFill>
                <a:latin typeface="Aptos"/>
                <a:ea typeface="Aptos"/>
                <a:cs typeface="Aptos"/>
              </a:defRPr>
            </a:lvl3pPr>
            <a:lvl4pPr>
              <a:defRPr sz="950" b="0">
                <a:solidFill>
                  <a:srgbClr val="142C48"/>
                </a:solidFill>
                <a:latin typeface="Aptos"/>
                <a:ea typeface="Aptos"/>
                <a:cs typeface="Aptos"/>
              </a:defRPr>
            </a:lvl4pPr>
            <a:lvl5pPr>
              <a:defRPr sz="950" b="0">
                <a:solidFill>
                  <a:srgbClr val="142C48"/>
                </a:solidFill>
                <a:latin typeface="Aptos"/>
                <a:ea typeface="Aptos"/>
                <a:cs typeface="Aptos"/>
              </a:defRPr>
            </a:lvl5pPr>
            <a:lvl6pPr>
              <a:defRPr sz="950" b="0">
                <a:solidFill>
                  <a:srgbClr val="142C48"/>
                </a:solidFill>
                <a:latin typeface="Aptos"/>
                <a:ea typeface="Aptos"/>
                <a:cs typeface="Aptos"/>
              </a:defRPr>
            </a:lvl6pPr>
            <a:lvl7pPr>
              <a:defRPr sz="950" b="0">
                <a:solidFill>
                  <a:srgbClr val="142C48"/>
                </a:solidFill>
                <a:latin typeface="Aptos"/>
                <a:ea typeface="Aptos"/>
                <a:cs typeface="Aptos"/>
              </a:defRPr>
            </a:lvl7pPr>
            <a:lvl8pPr>
              <a:defRPr sz="950" b="0">
                <a:solidFill>
                  <a:srgbClr val="142C48"/>
                </a:solidFill>
                <a:latin typeface="Aptos"/>
                <a:ea typeface="Aptos"/>
                <a:cs typeface="Aptos"/>
              </a:defRPr>
            </a:lvl8pPr>
            <a:lvl9pPr>
              <a:defRPr sz="950" b="0">
                <a:solidFill>
                  <a:srgbClr val="142C48"/>
                </a:solidFill>
                <a:latin typeface="Aptos"/>
                <a:ea typeface="Aptos"/>
                <a:cs typeface="Aptos"/>
              </a:defRPr>
            </a:lvl9pPr>
          </a:lstStyle>
          <a:p xmlns:a="http://schemas.openxmlformats.org/drawingml/2006/main">
            <a:pPr>
              <a:defRPr sz="950" b="0">
                <a:solidFill>
                  <a:srgbClr val="142C48"/>
                </a:solidFill>
                <a:latin typeface="Aptos"/>
                <a:ea typeface="Aptos"/>
                <a:cs typeface="Aptos"/>
              </a:defRPr>
            </a:pPr>
            <a:r>
              <a:rPr sz="950" b="0">
                <a:solidFill>
                  <a:srgbClr val="142C48"/>
                </a:solidFill>
                <a:latin typeface="Aptos"/>
                <a:ea typeface="Aptos"/>
                <a:cs typeface="Aptos"/>
              </a:rPr>
              <a:t>Recheck permission, prevent duplicate contact, sign off privacy.</a:t>
            </a:r>
          </a:p>
        </p:txBody>
      </p:sp>
      <p:sp>
        <p:nvSpPr>
          <p:cNvPr id="24" name="">
            <a:extLst xmlns:a="http://schemas.openxmlformats.org/drawingml/2006/main">
              <a:ext uri="{FF2B5EF4-FFF2-40B4-BE49-F238E27FC236}">
                <a16:creationId xmlns:a16="http://schemas.microsoft.com/office/drawing/2014/main" id="{8E8C8B14-6B49-487D-AD63-20110A018A12}"/>
              </a:ext>
            </a:extLst>
          </p:cNvPr>
          <p:cNvSpPr>
            <a:spLocks xmlns:a="http://schemas.openxmlformats.org/drawingml/2006/main" noGrp="1"/>
          </p:cNvSpPr>
          <p:nvPr/>
        </p:nvSpPr>
        <p:spPr>
          <a:xfrm xmlns:a="http://schemas.openxmlformats.org/drawingml/2006/main">
            <a:off x="504000" y="8640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1">
                <a:solidFill>
                  <a:srgbClr val="142C48"/>
                </a:solidFill>
                <a:latin typeface="Aptos"/>
                <a:ea typeface="Aptos"/>
                <a:cs typeface="Aptos"/>
              </a:defRPr>
            </a:defPPr>
            <a:lvl1pPr>
              <a:defRPr sz="950" b="1">
                <a:solidFill>
                  <a:srgbClr val="142C48"/>
                </a:solidFill>
                <a:latin typeface="Aptos"/>
                <a:ea typeface="Aptos"/>
                <a:cs typeface="Aptos"/>
              </a:defRPr>
            </a:lvl1pPr>
            <a:lvl2pPr>
              <a:defRPr sz="950" b="1">
                <a:solidFill>
                  <a:srgbClr val="142C48"/>
                </a:solidFill>
                <a:latin typeface="Aptos"/>
                <a:ea typeface="Aptos"/>
                <a:cs typeface="Aptos"/>
              </a:defRPr>
            </a:lvl2pPr>
            <a:lvl3pPr>
              <a:defRPr sz="950" b="1">
                <a:solidFill>
                  <a:srgbClr val="142C48"/>
                </a:solidFill>
                <a:latin typeface="Aptos"/>
                <a:ea typeface="Aptos"/>
                <a:cs typeface="Aptos"/>
              </a:defRPr>
            </a:lvl3pPr>
            <a:lvl4pPr>
              <a:defRPr sz="950" b="1">
                <a:solidFill>
                  <a:srgbClr val="142C48"/>
                </a:solidFill>
                <a:latin typeface="Aptos"/>
                <a:ea typeface="Aptos"/>
                <a:cs typeface="Aptos"/>
              </a:defRPr>
            </a:lvl4pPr>
            <a:lvl5pPr>
              <a:defRPr sz="950" b="1">
                <a:solidFill>
                  <a:srgbClr val="142C48"/>
                </a:solidFill>
                <a:latin typeface="Aptos"/>
                <a:ea typeface="Aptos"/>
                <a:cs typeface="Aptos"/>
              </a:defRPr>
            </a:lvl5pPr>
            <a:lvl6pPr>
              <a:defRPr sz="950" b="1">
                <a:solidFill>
                  <a:srgbClr val="142C48"/>
                </a:solidFill>
                <a:latin typeface="Aptos"/>
                <a:ea typeface="Aptos"/>
                <a:cs typeface="Aptos"/>
              </a:defRPr>
            </a:lvl6pPr>
            <a:lvl7pPr>
              <a:defRPr sz="950" b="1">
                <a:solidFill>
                  <a:srgbClr val="142C48"/>
                </a:solidFill>
                <a:latin typeface="Aptos"/>
                <a:ea typeface="Aptos"/>
                <a:cs typeface="Aptos"/>
              </a:defRPr>
            </a:lvl7pPr>
            <a:lvl8pPr>
              <a:defRPr sz="950" b="1">
                <a:solidFill>
                  <a:srgbClr val="142C48"/>
                </a:solidFill>
                <a:latin typeface="Aptos"/>
                <a:ea typeface="Aptos"/>
                <a:cs typeface="Aptos"/>
              </a:defRPr>
            </a:lvl8pPr>
            <a:lvl9pPr>
              <a:defRPr sz="950" b="1">
                <a:solidFill>
                  <a:srgbClr val="142C48"/>
                </a:solidFill>
                <a:latin typeface="Aptos"/>
                <a:ea typeface="Aptos"/>
                <a:cs typeface="Aptos"/>
              </a:defRPr>
            </a:lvl9pPr>
          </a:lstStyle>
          <a:p xmlns:a="http://schemas.openxmlformats.org/drawingml/2006/main">
            <a:pPr>
              <a:defRPr sz="950" b="1">
                <a:solidFill>
                  <a:srgbClr val="142C48"/>
                </a:solidFill>
                <a:latin typeface="Aptos"/>
                <a:ea typeface="Aptos"/>
                <a:cs typeface="Aptos"/>
              </a:defRPr>
            </a:pPr>
            <a:r>
              <a:rPr sz="950" b="1">
                <a:solidFill>
                  <a:srgbClr val="142C48"/>
                </a:solidFill>
                <a:latin typeface="Aptos"/>
                <a:ea typeface="Aptos"/>
                <a:cs typeface="Aptos"/>
              </a:rPr>
              <a:t>Unsupported AI content</a:t>
            </a:r>
          </a:p>
        </p:txBody>
      </p:sp>
      <p:sp>
        <p:nvSpPr>
          <p:cNvPr id="25" name="">
            <a:extLst xmlns:a="http://schemas.openxmlformats.org/drawingml/2006/main">
              <a:ext uri="{FF2B5EF4-FFF2-40B4-BE49-F238E27FC236}">
                <a16:creationId xmlns:a16="http://schemas.microsoft.com/office/drawing/2014/main" id="{4E9A65A3-2547-4833-A120-B3C8905935B4}"/>
              </a:ext>
            </a:extLst>
          </p:cNvPr>
          <p:cNvSpPr>
            <a:spLocks xmlns:a="http://schemas.openxmlformats.org/drawingml/2006/main" noGrp="1"/>
          </p:cNvSpPr>
          <p:nvPr/>
        </p:nvSpPr>
        <p:spPr>
          <a:xfrm xmlns:a="http://schemas.openxmlformats.org/drawingml/2006/main">
            <a:off x="2340000" y="8640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142C48"/>
                </a:solidFill>
                <a:latin typeface="Aptos"/>
                <a:ea typeface="Aptos"/>
                <a:cs typeface="Aptos"/>
              </a:defRPr>
            </a:defPPr>
            <a:lvl1pPr>
              <a:defRPr sz="950" b="0">
                <a:solidFill>
                  <a:srgbClr val="142C48"/>
                </a:solidFill>
                <a:latin typeface="Aptos"/>
                <a:ea typeface="Aptos"/>
                <a:cs typeface="Aptos"/>
              </a:defRPr>
            </a:lvl1pPr>
            <a:lvl2pPr>
              <a:defRPr sz="950" b="0">
                <a:solidFill>
                  <a:srgbClr val="142C48"/>
                </a:solidFill>
                <a:latin typeface="Aptos"/>
                <a:ea typeface="Aptos"/>
                <a:cs typeface="Aptos"/>
              </a:defRPr>
            </a:lvl2pPr>
            <a:lvl3pPr>
              <a:defRPr sz="950" b="0">
                <a:solidFill>
                  <a:srgbClr val="142C48"/>
                </a:solidFill>
                <a:latin typeface="Aptos"/>
                <a:ea typeface="Aptos"/>
                <a:cs typeface="Aptos"/>
              </a:defRPr>
            </a:lvl3pPr>
            <a:lvl4pPr>
              <a:defRPr sz="950" b="0">
                <a:solidFill>
                  <a:srgbClr val="142C48"/>
                </a:solidFill>
                <a:latin typeface="Aptos"/>
                <a:ea typeface="Aptos"/>
                <a:cs typeface="Aptos"/>
              </a:defRPr>
            </a:lvl4pPr>
            <a:lvl5pPr>
              <a:defRPr sz="950" b="0">
                <a:solidFill>
                  <a:srgbClr val="142C48"/>
                </a:solidFill>
                <a:latin typeface="Aptos"/>
                <a:ea typeface="Aptos"/>
                <a:cs typeface="Aptos"/>
              </a:defRPr>
            </a:lvl5pPr>
            <a:lvl6pPr>
              <a:defRPr sz="950" b="0">
                <a:solidFill>
                  <a:srgbClr val="142C48"/>
                </a:solidFill>
                <a:latin typeface="Aptos"/>
                <a:ea typeface="Aptos"/>
                <a:cs typeface="Aptos"/>
              </a:defRPr>
            </a:lvl6pPr>
            <a:lvl7pPr>
              <a:defRPr sz="950" b="0">
                <a:solidFill>
                  <a:srgbClr val="142C48"/>
                </a:solidFill>
                <a:latin typeface="Aptos"/>
                <a:ea typeface="Aptos"/>
                <a:cs typeface="Aptos"/>
              </a:defRPr>
            </a:lvl7pPr>
            <a:lvl8pPr>
              <a:defRPr sz="950" b="0">
                <a:solidFill>
                  <a:srgbClr val="142C48"/>
                </a:solidFill>
                <a:latin typeface="Aptos"/>
                <a:ea typeface="Aptos"/>
                <a:cs typeface="Aptos"/>
              </a:defRPr>
            </a:lvl8pPr>
            <a:lvl9pPr>
              <a:defRPr sz="950" b="0">
                <a:solidFill>
                  <a:srgbClr val="142C48"/>
                </a:solidFill>
                <a:latin typeface="Aptos"/>
                <a:ea typeface="Aptos"/>
                <a:cs typeface="Aptos"/>
              </a:defRPr>
            </a:lvl9pPr>
          </a:lstStyle>
          <a:p xmlns:a="http://schemas.openxmlformats.org/drawingml/2006/main">
            <a:pPr>
              <a:defRPr sz="950" b="0">
                <a:solidFill>
                  <a:srgbClr val="142C48"/>
                </a:solidFill>
                <a:latin typeface="Aptos"/>
                <a:ea typeface="Aptos"/>
                <a:cs typeface="Aptos"/>
              </a:defRPr>
            </a:pPr>
            <a:r>
              <a:rPr sz="950" b="0">
                <a:solidFill>
                  <a:srgbClr val="142C48"/>
                </a:solidFill>
                <a:latin typeface="Aptos"/>
                <a:ea typeface="Aptos"/>
                <a:cs typeface="Aptos"/>
              </a:rPr>
              <a:t>Staff approval, approved FAQ and offers, pause for rising errors.</a:t>
            </a:r>
          </a:p>
        </p:txBody>
      </p:sp>
      <p:sp>
        <p:nvSpPr>
          <p:cNvPr id="26" name="">
            <a:extLst xmlns:a="http://schemas.openxmlformats.org/drawingml/2006/main">
              <a:ext uri="{FF2B5EF4-FFF2-40B4-BE49-F238E27FC236}">
                <a16:creationId xmlns:a16="http://schemas.microsoft.com/office/drawing/2014/main" id="{1D55E283-5967-4BC3-A31B-9AF9F1BF2C68}"/>
              </a:ext>
            </a:extLst>
          </p:cNvPr>
          <p:cNvSpPr>
            <a:spLocks xmlns:a="http://schemas.openxmlformats.org/drawingml/2006/main" noGrp="1"/>
          </p:cNvSpPr>
          <p:nvPr/>
        </p:nvSpPr>
        <p:spPr>
          <a:xfrm xmlns:a="http://schemas.openxmlformats.org/drawingml/2006/main">
            <a:off x="504000" y="8928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1">
                <a:solidFill>
                  <a:srgbClr val="142C48"/>
                </a:solidFill>
                <a:latin typeface="Aptos"/>
                <a:ea typeface="Aptos"/>
                <a:cs typeface="Aptos"/>
              </a:defRPr>
            </a:defPPr>
            <a:lvl1pPr>
              <a:defRPr sz="950" b="1">
                <a:solidFill>
                  <a:srgbClr val="142C48"/>
                </a:solidFill>
                <a:latin typeface="Aptos"/>
                <a:ea typeface="Aptos"/>
                <a:cs typeface="Aptos"/>
              </a:defRPr>
            </a:lvl1pPr>
            <a:lvl2pPr>
              <a:defRPr sz="950" b="1">
                <a:solidFill>
                  <a:srgbClr val="142C48"/>
                </a:solidFill>
                <a:latin typeface="Aptos"/>
                <a:ea typeface="Aptos"/>
                <a:cs typeface="Aptos"/>
              </a:defRPr>
            </a:lvl2pPr>
            <a:lvl3pPr>
              <a:defRPr sz="950" b="1">
                <a:solidFill>
                  <a:srgbClr val="142C48"/>
                </a:solidFill>
                <a:latin typeface="Aptos"/>
                <a:ea typeface="Aptos"/>
                <a:cs typeface="Aptos"/>
              </a:defRPr>
            </a:lvl3pPr>
            <a:lvl4pPr>
              <a:defRPr sz="950" b="1">
                <a:solidFill>
                  <a:srgbClr val="142C48"/>
                </a:solidFill>
                <a:latin typeface="Aptos"/>
                <a:ea typeface="Aptos"/>
                <a:cs typeface="Aptos"/>
              </a:defRPr>
            </a:lvl4pPr>
            <a:lvl5pPr>
              <a:defRPr sz="950" b="1">
                <a:solidFill>
                  <a:srgbClr val="142C48"/>
                </a:solidFill>
                <a:latin typeface="Aptos"/>
                <a:ea typeface="Aptos"/>
                <a:cs typeface="Aptos"/>
              </a:defRPr>
            </a:lvl5pPr>
            <a:lvl6pPr>
              <a:defRPr sz="950" b="1">
                <a:solidFill>
                  <a:srgbClr val="142C48"/>
                </a:solidFill>
                <a:latin typeface="Aptos"/>
                <a:ea typeface="Aptos"/>
                <a:cs typeface="Aptos"/>
              </a:defRPr>
            </a:lvl6pPr>
            <a:lvl7pPr>
              <a:defRPr sz="950" b="1">
                <a:solidFill>
                  <a:srgbClr val="142C48"/>
                </a:solidFill>
                <a:latin typeface="Aptos"/>
                <a:ea typeface="Aptos"/>
                <a:cs typeface="Aptos"/>
              </a:defRPr>
            </a:lvl7pPr>
            <a:lvl8pPr>
              <a:defRPr sz="950" b="1">
                <a:solidFill>
                  <a:srgbClr val="142C48"/>
                </a:solidFill>
                <a:latin typeface="Aptos"/>
                <a:ea typeface="Aptos"/>
                <a:cs typeface="Aptos"/>
              </a:defRPr>
            </a:lvl8pPr>
            <a:lvl9pPr>
              <a:defRPr sz="950" b="1">
                <a:solidFill>
                  <a:srgbClr val="142C48"/>
                </a:solidFill>
                <a:latin typeface="Aptos"/>
                <a:ea typeface="Aptos"/>
                <a:cs typeface="Aptos"/>
              </a:defRPr>
            </a:lvl9pPr>
          </a:lstStyle>
          <a:p xmlns:a="http://schemas.openxmlformats.org/drawingml/2006/main">
            <a:pPr>
              <a:defRPr sz="950" b="1">
                <a:solidFill>
                  <a:srgbClr val="142C48"/>
                </a:solidFill>
                <a:latin typeface="Aptos"/>
                <a:ea typeface="Aptos"/>
                <a:cs typeface="Aptos"/>
              </a:defRPr>
            </a:pPr>
            <a:r>
              <a:rPr sz="950" b="1">
                <a:solidFill>
                  <a:srgbClr val="142C48"/>
                </a:solidFill>
                <a:latin typeface="Aptos"/>
                <a:ea typeface="Aptos"/>
                <a:cs typeface="Aptos"/>
              </a:rPr>
              <a:t>Unproven economics</a:t>
            </a:r>
          </a:p>
        </p:txBody>
      </p:sp>
      <p:sp>
        <p:nvSpPr>
          <p:cNvPr id="27" name="">
            <a:extLst xmlns:a="http://schemas.openxmlformats.org/drawingml/2006/main">
              <a:ext uri="{FF2B5EF4-FFF2-40B4-BE49-F238E27FC236}">
                <a16:creationId xmlns:a16="http://schemas.microsoft.com/office/drawing/2014/main" id="{3B319204-4537-4246-B9B9-6305F822304C}"/>
              </a:ext>
            </a:extLst>
          </p:cNvPr>
          <p:cNvSpPr>
            <a:spLocks xmlns:a="http://schemas.openxmlformats.org/drawingml/2006/main" noGrp="1"/>
          </p:cNvSpPr>
          <p:nvPr/>
        </p:nvSpPr>
        <p:spPr>
          <a:xfrm xmlns:a="http://schemas.openxmlformats.org/drawingml/2006/main">
            <a:off x="2340000" y="8928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142C48"/>
                </a:solidFill>
                <a:latin typeface="Aptos"/>
                <a:ea typeface="Aptos"/>
                <a:cs typeface="Aptos"/>
              </a:defRPr>
            </a:defPPr>
            <a:lvl1pPr>
              <a:defRPr sz="950" b="0">
                <a:solidFill>
                  <a:srgbClr val="142C48"/>
                </a:solidFill>
                <a:latin typeface="Aptos"/>
                <a:ea typeface="Aptos"/>
                <a:cs typeface="Aptos"/>
              </a:defRPr>
            </a:lvl1pPr>
            <a:lvl2pPr>
              <a:defRPr sz="950" b="0">
                <a:solidFill>
                  <a:srgbClr val="142C48"/>
                </a:solidFill>
                <a:latin typeface="Aptos"/>
                <a:ea typeface="Aptos"/>
                <a:cs typeface="Aptos"/>
              </a:defRPr>
            </a:lvl2pPr>
            <a:lvl3pPr>
              <a:defRPr sz="950" b="0">
                <a:solidFill>
                  <a:srgbClr val="142C48"/>
                </a:solidFill>
                <a:latin typeface="Aptos"/>
                <a:ea typeface="Aptos"/>
                <a:cs typeface="Aptos"/>
              </a:defRPr>
            </a:lvl3pPr>
            <a:lvl4pPr>
              <a:defRPr sz="950" b="0">
                <a:solidFill>
                  <a:srgbClr val="142C48"/>
                </a:solidFill>
                <a:latin typeface="Aptos"/>
                <a:ea typeface="Aptos"/>
                <a:cs typeface="Aptos"/>
              </a:defRPr>
            </a:lvl4pPr>
            <a:lvl5pPr>
              <a:defRPr sz="950" b="0">
                <a:solidFill>
                  <a:srgbClr val="142C48"/>
                </a:solidFill>
                <a:latin typeface="Aptos"/>
                <a:ea typeface="Aptos"/>
                <a:cs typeface="Aptos"/>
              </a:defRPr>
            </a:lvl5pPr>
            <a:lvl6pPr>
              <a:defRPr sz="950" b="0">
                <a:solidFill>
                  <a:srgbClr val="142C48"/>
                </a:solidFill>
                <a:latin typeface="Aptos"/>
                <a:ea typeface="Aptos"/>
                <a:cs typeface="Aptos"/>
              </a:defRPr>
            </a:lvl6pPr>
            <a:lvl7pPr>
              <a:defRPr sz="950" b="0">
                <a:solidFill>
                  <a:srgbClr val="142C48"/>
                </a:solidFill>
                <a:latin typeface="Aptos"/>
                <a:ea typeface="Aptos"/>
                <a:cs typeface="Aptos"/>
              </a:defRPr>
            </a:lvl7pPr>
            <a:lvl8pPr>
              <a:defRPr sz="950" b="0">
                <a:solidFill>
                  <a:srgbClr val="142C48"/>
                </a:solidFill>
                <a:latin typeface="Aptos"/>
                <a:ea typeface="Aptos"/>
                <a:cs typeface="Aptos"/>
              </a:defRPr>
            </a:lvl8pPr>
            <a:lvl9pPr>
              <a:defRPr sz="950" b="0">
                <a:solidFill>
                  <a:srgbClr val="142C48"/>
                </a:solidFill>
                <a:latin typeface="Aptos"/>
                <a:ea typeface="Aptos"/>
                <a:cs typeface="Aptos"/>
              </a:defRPr>
            </a:lvl9pPr>
          </a:lstStyle>
          <a:p xmlns:a="http://schemas.openxmlformats.org/drawingml/2006/main">
            <a:pPr>
              <a:defRPr sz="950" b="0">
                <a:solidFill>
                  <a:srgbClr val="142C48"/>
                </a:solidFill>
                <a:latin typeface="Aptos"/>
                <a:ea typeface="Aptos"/>
                <a:cs typeface="Aptos"/>
              </a:defRPr>
            </a:pPr>
            <a:r>
              <a:rPr sz="950" b="0">
                <a:solidFill>
                  <a:srgbClr val="142C48"/>
                </a:solidFill>
                <a:latin typeface="Aptos"/>
                <a:ea typeface="Aptos"/>
                <a:cs typeface="Aptos"/>
              </a:rPr>
              <a:t>Cap the pilot budget; measure uplift against actual costs.</a:t>
            </a:r>
          </a:p>
        </p:txBody>
      </p:sp>
      <p:sp>
        <p:nvSpPr>
          <p:cNvPr id="28" name="">
            <a:extLst xmlns:a="http://schemas.openxmlformats.org/drawingml/2006/main">
              <a:ext uri="{FF2B5EF4-FFF2-40B4-BE49-F238E27FC236}">
                <a16:creationId xmlns:a16="http://schemas.microsoft.com/office/drawing/2014/main" id="{9BE63542-6E83-4815-B12B-FD68E4CB00B1}"/>
              </a:ext>
            </a:extLst>
          </p:cNvPr>
          <p:cNvSpPr>
            <a:spLocks xmlns:a="http://schemas.openxmlformats.org/drawingml/2006/main" noGrp="1"/>
          </p:cNvSpPr>
          <p:nvPr/>
        </p:nvSpPr>
        <p:spPr>
          <a:xfrm xmlns:a="http://schemas.openxmlformats.org/drawingml/2006/main">
            <a:off x="504000" y="9216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1">
                <a:solidFill>
                  <a:srgbClr val="142C48"/>
                </a:solidFill>
                <a:latin typeface="Aptos"/>
                <a:ea typeface="Aptos"/>
                <a:cs typeface="Aptos"/>
              </a:defRPr>
            </a:defPPr>
            <a:lvl1pPr>
              <a:defRPr sz="950" b="1">
                <a:solidFill>
                  <a:srgbClr val="142C48"/>
                </a:solidFill>
                <a:latin typeface="Aptos"/>
                <a:ea typeface="Aptos"/>
                <a:cs typeface="Aptos"/>
              </a:defRPr>
            </a:lvl1pPr>
            <a:lvl2pPr>
              <a:defRPr sz="950" b="1">
                <a:solidFill>
                  <a:srgbClr val="142C48"/>
                </a:solidFill>
                <a:latin typeface="Aptos"/>
                <a:ea typeface="Aptos"/>
                <a:cs typeface="Aptos"/>
              </a:defRPr>
            </a:lvl2pPr>
            <a:lvl3pPr>
              <a:defRPr sz="950" b="1">
                <a:solidFill>
                  <a:srgbClr val="142C48"/>
                </a:solidFill>
                <a:latin typeface="Aptos"/>
                <a:ea typeface="Aptos"/>
                <a:cs typeface="Aptos"/>
              </a:defRPr>
            </a:lvl3pPr>
            <a:lvl4pPr>
              <a:defRPr sz="950" b="1">
                <a:solidFill>
                  <a:srgbClr val="142C48"/>
                </a:solidFill>
                <a:latin typeface="Aptos"/>
                <a:ea typeface="Aptos"/>
                <a:cs typeface="Aptos"/>
              </a:defRPr>
            </a:lvl4pPr>
            <a:lvl5pPr>
              <a:defRPr sz="950" b="1">
                <a:solidFill>
                  <a:srgbClr val="142C48"/>
                </a:solidFill>
                <a:latin typeface="Aptos"/>
                <a:ea typeface="Aptos"/>
                <a:cs typeface="Aptos"/>
              </a:defRPr>
            </a:lvl5pPr>
            <a:lvl6pPr>
              <a:defRPr sz="950" b="1">
                <a:solidFill>
                  <a:srgbClr val="142C48"/>
                </a:solidFill>
                <a:latin typeface="Aptos"/>
                <a:ea typeface="Aptos"/>
                <a:cs typeface="Aptos"/>
              </a:defRPr>
            </a:lvl6pPr>
            <a:lvl7pPr>
              <a:defRPr sz="950" b="1">
                <a:solidFill>
                  <a:srgbClr val="142C48"/>
                </a:solidFill>
                <a:latin typeface="Aptos"/>
                <a:ea typeface="Aptos"/>
                <a:cs typeface="Aptos"/>
              </a:defRPr>
            </a:lvl7pPr>
            <a:lvl8pPr>
              <a:defRPr sz="950" b="1">
                <a:solidFill>
                  <a:srgbClr val="142C48"/>
                </a:solidFill>
                <a:latin typeface="Aptos"/>
                <a:ea typeface="Aptos"/>
                <a:cs typeface="Aptos"/>
              </a:defRPr>
            </a:lvl8pPr>
            <a:lvl9pPr>
              <a:defRPr sz="950" b="1">
                <a:solidFill>
                  <a:srgbClr val="142C48"/>
                </a:solidFill>
                <a:latin typeface="Aptos"/>
                <a:ea typeface="Aptos"/>
                <a:cs typeface="Aptos"/>
              </a:defRPr>
            </a:lvl9pPr>
          </a:lstStyle>
          <a:p xmlns:a="http://schemas.openxmlformats.org/drawingml/2006/main">
            <a:pPr>
              <a:defRPr sz="950" b="1">
                <a:solidFill>
                  <a:srgbClr val="142C48"/>
                </a:solidFill>
                <a:latin typeface="Aptos"/>
                <a:ea typeface="Aptos"/>
                <a:cs typeface="Aptos"/>
              </a:defRPr>
            </a:pPr>
            <a:r>
              <a:rPr sz="950" b="1">
                <a:solidFill>
                  <a:srgbClr val="142C48"/>
                </a:solidFill>
                <a:latin typeface="Aptos"/>
                <a:ea typeface="Aptos"/>
                <a:cs typeface="Aptos"/>
              </a:rPr>
              <a:t>Capacity and adoption</a:t>
            </a:r>
          </a:p>
        </p:txBody>
      </p:sp>
      <p:sp>
        <p:nvSpPr>
          <p:cNvPr id="29" name="">
            <a:extLst xmlns:a="http://schemas.openxmlformats.org/drawingml/2006/main">
              <a:ext uri="{FF2B5EF4-FFF2-40B4-BE49-F238E27FC236}">
                <a16:creationId xmlns:a16="http://schemas.microsoft.com/office/drawing/2014/main" id="{76E43CCC-45CB-4429-9126-121F46B25FEA}"/>
              </a:ext>
            </a:extLst>
          </p:cNvPr>
          <p:cNvSpPr>
            <a:spLocks xmlns:a="http://schemas.openxmlformats.org/drawingml/2006/main" noGrp="1"/>
          </p:cNvSpPr>
          <p:nvPr/>
        </p:nvSpPr>
        <p:spPr>
          <a:xfrm xmlns:a="http://schemas.openxmlformats.org/drawingml/2006/main">
            <a:off x="2340000" y="9216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142C48"/>
                </a:solidFill>
                <a:latin typeface="Aptos"/>
                <a:ea typeface="Aptos"/>
                <a:cs typeface="Aptos"/>
              </a:defRPr>
            </a:defPPr>
            <a:lvl1pPr>
              <a:defRPr sz="950" b="0">
                <a:solidFill>
                  <a:srgbClr val="142C48"/>
                </a:solidFill>
                <a:latin typeface="Aptos"/>
                <a:ea typeface="Aptos"/>
                <a:cs typeface="Aptos"/>
              </a:defRPr>
            </a:lvl1pPr>
            <a:lvl2pPr>
              <a:defRPr sz="950" b="0">
                <a:solidFill>
                  <a:srgbClr val="142C48"/>
                </a:solidFill>
                <a:latin typeface="Aptos"/>
                <a:ea typeface="Aptos"/>
                <a:cs typeface="Aptos"/>
              </a:defRPr>
            </a:lvl2pPr>
            <a:lvl3pPr>
              <a:defRPr sz="950" b="0">
                <a:solidFill>
                  <a:srgbClr val="142C48"/>
                </a:solidFill>
                <a:latin typeface="Aptos"/>
                <a:ea typeface="Aptos"/>
                <a:cs typeface="Aptos"/>
              </a:defRPr>
            </a:lvl3pPr>
            <a:lvl4pPr>
              <a:defRPr sz="950" b="0">
                <a:solidFill>
                  <a:srgbClr val="142C48"/>
                </a:solidFill>
                <a:latin typeface="Aptos"/>
                <a:ea typeface="Aptos"/>
                <a:cs typeface="Aptos"/>
              </a:defRPr>
            </a:lvl4pPr>
            <a:lvl5pPr>
              <a:defRPr sz="950" b="0">
                <a:solidFill>
                  <a:srgbClr val="142C48"/>
                </a:solidFill>
                <a:latin typeface="Aptos"/>
                <a:ea typeface="Aptos"/>
                <a:cs typeface="Aptos"/>
              </a:defRPr>
            </a:lvl5pPr>
            <a:lvl6pPr>
              <a:defRPr sz="950" b="0">
                <a:solidFill>
                  <a:srgbClr val="142C48"/>
                </a:solidFill>
                <a:latin typeface="Aptos"/>
                <a:ea typeface="Aptos"/>
                <a:cs typeface="Aptos"/>
              </a:defRPr>
            </a:lvl6pPr>
            <a:lvl7pPr>
              <a:defRPr sz="950" b="0">
                <a:solidFill>
                  <a:srgbClr val="142C48"/>
                </a:solidFill>
                <a:latin typeface="Aptos"/>
                <a:ea typeface="Aptos"/>
                <a:cs typeface="Aptos"/>
              </a:defRPr>
            </a:lvl7pPr>
            <a:lvl8pPr>
              <a:defRPr sz="950" b="0">
                <a:solidFill>
                  <a:srgbClr val="142C48"/>
                </a:solidFill>
                <a:latin typeface="Aptos"/>
                <a:ea typeface="Aptos"/>
                <a:cs typeface="Aptos"/>
              </a:defRPr>
            </a:lvl8pPr>
            <a:lvl9pPr>
              <a:defRPr sz="950" b="0">
                <a:solidFill>
                  <a:srgbClr val="142C48"/>
                </a:solidFill>
                <a:latin typeface="Aptos"/>
                <a:ea typeface="Aptos"/>
                <a:cs typeface="Aptos"/>
              </a:defRPr>
            </a:lvl9pPr>
          </a:lstStyle>
          <a:p xmlns:a="http://schemas.openxmlformats.org/drawingml/2006/main">
            <a:pPr>
              <a:defRPr sz="950" b="0">
                <a:solidFill>
                  <a:srgbClr val="142C48"/>
                </a:solidFill>
                <a:latin typeface="Aptos"/>
                <a:ea typeface="Aptos"/>
                <a:cs typeface="Aptos"/>
              </a:defRPr>
            </a:pPr>
            <a:r>
              <a:rPr sz="950" b="0">
                <a:solidFill>
                  <a:srgbClr val="142C48"/>
                </a:solidFill>
                <a:latin typeface="Aptos"/>
                <a:ea typeface="Aptos"/>
                <a:cs typeface="Aptos"/>
              </a:rPr>
              <a:t>Limit cases to capacity; train staff and test usability.</a:t>
            </a:r>
          </a:p>
        </p:txBody>
      </p:sp>
      <p:sp>
        <p:nvSpPr>
          <p:cNvPr id="30" name="">
            <a:extLst xmlns:a="http://schemas.openxmlformats.org/drawingml/2006/main">
              <a:ext uri="{FF2B5EF4-FFF2-40B4-BE49-F238E27FC236}">
                <a16:creationId xmlns:a16="http://schemas.microsoft.com/office/drawing/2014/main" id="{A4F56CF1-C30B-439F-96D0-07DF591122F1}"/>
              </a:ext>
            </a:extLst>
          </p:cNvPr>
          <p:cNvSpPr>
            <a:spLocks xmlns:a="http://schemas.openxmlformats.org/drawingml/2006/main" noGrp="1"/>
          </p:cNvSpPr>
          <p:nvPr/>
        </p:nvSpPr>
        <p:spPr>
          <a:xfrm xmlns:a="http://schemas.openxmlformats.org/drawingml/2006/main">
            <a:off x="504000" y="9504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1">
                <a:solidFill>
                  <a:srgbClr val="142C48"/>
                </a:solidFill>
                <a:latin typeface="Aptos"/>
                <a:ea typeface="Aptos"/>
                <a:cs typeface="Aptos"/>
              </a:defRPr>
            </a:defPPr>
            <a:lvl1pPr>
              <a:defRPr sz="950" b="1">
                <a:solidFill>
                  <a:srgbClr val="142C48"/>
                </a:solidFill>
                <a:latin typeface="Aptos"/>
                <a:ea typeface="Aptos"/>
                <a:cs typeface="Aptos"/>
              </a:defRPr>
            </a:lvl1pPr>
            <a:lvl2pPr>
              <a:defRPr sz="950" b="1">
                <a:solidFill>
                  <a:srgbClr val="142C48"/>
                </a:solidFill>
                <a:latin typeface="Aptos"/>
                <a:ea typeface="Aptos"/>
                <a:cs typeface="Aptos"/>
              </a:defRPr>
            </a:lvl2pPr>
            <a:lvl3pPr>
              <a:defRPr sz="950" b="1">
                <a:solidFill>
                  <a:srgbClr val="142C48"/>
                </a:solidFill>
                <a:latin typeface="Aptos"/>
                <a:ea typeface="Aptos"/>
                <a:cs typeface="Aptos"/>
              </a:defRPr>
            </a:lvl3pPr>
            <a:lvl4pPr>
              <a:defRPr sz="950" b="1">
                <a:solidFill>
                  <a:srgbClr val="142C48"/>
                </a:solidFill>
                <a:latin typeface="Aptos"/>
                <a:ea typeface="Aptos"/>
                <a:cs typeface="Aptos"/>
              </a:defRPr>
            </a:lvl4pPr>
            <a:lvl5pPr>
              <a:defRPr sz="950" b="1">
                <a:solidFill>
                  <a:srgbClr val="142C48"/>
                </a:solidFill>
                <a:latin typeface="Aptos"/>
                <a:ea typeface="Aptos"/>
                <a:cs typeface="Aptos"/>
              </a:defRPr>
            </a:lvl5pPr>
            <a:lvl6pPr>
              <a:defRPr sz="950" b="1">
                <a:solidFill>
                  <a:srgbClr val="142C48"/>
                </a:solidFill>
                <a:latin typeface="Aptos"/>
                <a:ea typeface="Aptos"/>
                <a:cs typeface="Aptos"/>
              </a:defRPr>
            </a:lvl6pPr>
            <a:lvl7pPr>
              <a:defRPr sz="950" b="1">
                <a:solidFill>
                  <a:srgbClr val="142C48"/>
                </a:solidFill>
                <a:latin typeface="Aptos"/>
                <a:ea typeface="Aptos"/>
                <a:cs typeface="Aptos"/>
              </a:defRPr>
            </a:lvl7pPr>
            <a:lvl8pPr>
              <a:defRPr sz="950" b="1">
                <a:solidFill>
                  <a:srgbClr val="142C48"/>
                </a:solidFill>
                <a:latin typeface="Aptos"/>
                <a:ea typeface="Aptos"/>
                <a:cs typeface="Aptos"/>
              </a:defRPr>
            </a:lvl8pPr>
            <a:lvl9pPr>
              <a:defRPr sz="950" b="1">
                <a:solidFill>
                  <a:srgbClr val="142C48"/>
                </a:solidFill>
                <a:latin typeface="Aptos"/>
                <a:ea typeface="Aptos"/>
                <a:cs typeface="Aptos"/>
              </a:defRPr>
            </a:lvl9pPr>
          </a:lstStyle>
          <a:p xmlns:a="http://schemas.openxmlformats.org/drawingml/2006/main">
            <a:pPr>
              <a:defRPr sz="950" b="1">
                <a:solidFill>
                  <a:srgbClr val="142C48"/>
                </a:solidFill>
                <a:latin typeface="Aptos"/>
                <a:ea typeface="Aptos"/>
                <a:cs typeface="Aptos"/>
              </a:defRPr>
            </a:pPr>
            <a:r>
              <a:rPr sz="950" b="1">
                <a:solidFill>
                  <a:srgbClr val="142C48"/>
                </a:solidFill>
                <a:latin typeface="Aptos"/>
                <a:ea typeface="Aptos"/>
                <a:cs typeface="Aptos"/>
              </a:rPr>
              <a:t>Policy and ownership</a:t>
            </a:r>
          </a:p>
        </p:txBody>
      </p:sp>
      <p:sp>
        <p:nvSpPr>
          <p:cNvPr id="31" name="">
            <a:extLst xmlns:a="http://schemas.openxmlformats.org/drawingml/2006/main">
              <a:ext uri="{FF2B5EF4-FFF2-40B4-BE49-F238E27FC236}">
                <a16:creationId xmlns:a16="http://schemas.microsoft.com/office/drawing/2014/main" id="{29112A3B-22EA-4E45-BAFA-4CCE9DDB27FB}"/>
              </a:ext>
            </a:extLst>
          </p:cNvPr>
          <p:cNvSpPr>
            <a:spLocks xmlns:a="http://schemas.openxmlformats.org/drawingml/2006/main" noGrp="1"/>
          </p:cNvSpPr>
          <p:nvPr/>
        </p:nvSpPr>
        <p:spPr>
          <a:xfrm xmlns:a="http://schemas.openxmlformats.org/drawingml/2006/main">
            <a:off x="2340000" y="9504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142C48"/>
                </a:solidFill>
                <a:latin typeface="Aptos"/>
                <a:ea typeface="Aptos"/>
                <a:cs typeface="Aptos"/>
              </a:defRPr>
            </a:defPPr>
            <a:lvl1pPr>
              <a:defRPr sz="950" b="0">
                <a:solidFill>
                  <a:srgbClr val="142C48"/>
                </a:solidFill>
                <a:latin typeface="Aptos"/>
                <a:ea typeface="Aptos"/>
                <a:cs typeface="Aptos"/>
              </a:defRPr>
            </a:lvl1pPr>
            <a:lvl2pPr>
              <a:defRPr sz="950" b="0">
                <a:solidFill>
                  <a:srgbClr val="142C48"/>
                </a:solidFill>
                <a:latin typeface="Aptos"/>
                <a:ea typeface="Aptos"/>
                <a:cs typeface="Aptos"/>
              </a:defRPr>
            </a:lvl2pPr>
            <a:lvl3pPr>
              <a:defRPr sz="950" b="0">
                <a:solidFill>
                  <a:srgbClr val="142C48"/>
                </a:solidFill>
                <a:latin typeface="Aptos"/>
                <a:ea typeface="Aptos"/>
                <a:cs typeface="Aptos"/>
              </a:defRPr>
            </a:lvl3pPr>
            <a:lvl4pPr>
              <a:defRPr sz="950" b="0">
                <a:solidFill>
                  <a:srgbClr val="142C48"/>
                </a:solidFill>
                <a:latin typeface="Aptos"/>
                <a:ea typeface="Aptos"/>
                <a:cs typeface="Aptos"/>
              </a:defRPr>
            </a:lvl4pPr>
            <a:lvl5pPr>
              <a:defRPr sz="950" b="0">
                <a:solidFill>
                  <a:srgbClr val="142C48"/>
                </a:solidFill>
                <a:latin typeface="Aptos"/>
                <a:ea typeface="Aptos"/>
                <a:cs typeface="Aptos"/>
              </a:defRPr>
            </a:lvl5pPr>
            <a:lvl6pPr>
              <a:defRPr sz="950" b="0">
                <a:solidFill>
                  <a:srgbClr val="142C48"/>
                </a:solidFill>
                <a:latin typeface="Aptos"/>
                <a:ea typeface="Aptos"/>
                <a:cs typeface="Aptos"/>
              </a:defRPr>
            </a:lvl6pPr>
            <a:lvl7pPr>
              <a:defRPr sz="950" b="0">
                <a:solidFill>
                  <a:srgbClr val="142C48"/>
                </a:solidFill>
                <a:latin typeface="Aptos"/>
                <a:ea typeface="Aptos"/>
                <a:cs typeface="Aptos"/>
              </a:defRPr>
            </a:lvl7pPr>
            <a:lvl8pPr>
              <a:defRPr sz="950" b="0">
                <a:solidFill>
                  <a:srgbClr val="142C48"/>
                </a:solidFill>
                <a:latin typeface="Aptos"/>
                <a:ea typeface="Aptos"/>
                <a:cs typeface="Aptos"/>
              </a:defRPr>
            </a:lvl8pPr>
            <a:lvl9pPr>
              <a:defRPr sz="950" b="0">
                <a:solidFill>
                  <a:srgbClr val="142C48"/>
                </a:solidFill>
                <a:latin typeface="Aptos"/>
                <a:ea typeface="Aptos"/>
                <a:cs typeface="Aptos"/>
              </a:defRPr>
            </a:lvl9pPr>
          </a:lstStyle>
          <a:p xmlns:a="http://schemas.openxmlformats.org/drawingml/2006/main">
            <a:pPr>
              <a:defRPr sz="950" b="0">
                <a:solidFill>
                  <a:srgbClr val="142C48"/>
                </a:solidFill>
                <a:latin typeface="Aptos"/>
                <a:ea typeface="Aptos"/>
                <a:cs typeface="Aptos"/>
              </a:defRPr>
            </a:pPr>
            <a:r>
              <a:rPr sz="950" b="0">
                <a:solidFill>
                  <a:srgbClr val="142C48"/>
                </a:solidFill>
                <a:latin typeface="Aptos"/>
                <a:ea typeface="Aptos"/>
                <a:cs typeface="Aptos"/>
              </a:rPr>
              <a:t>Name owners, approve the offer catalogue, track handoffs.</a:t>
            </a:r>
          </a:p>
        </p:txBody>
      </p:sp>
      <p:sp>
        <p:nvSpPr>
          <p:cNvPr id="32" name="">
            <a:extLst xmlns:a="http://schemas.openxmlformats.org/drawingml/2006/main">
              <a:ext uri="{FF2B5EF4-FFF2-40B4-BE49-F238E27FC236}">
                <a16:creationId xmlns:a16="http://schemas.microsoft.com/office/drawing/2014/main" id="{92A0A820-BFE9-4FDC-A70E-DDAE5199C6E3}"/>
              </a:ext>
            </a:extLst>
          </p:cNvPr>
          <p:cNvSpPr>
            <a:spLocks xmlns:a="http://schemas.openxmlformats.org/drawingml/2006/main" noGrp="1"/>
          </p:cNvSpPr>
          <p:nvPr/>
        </p:nvSpPr>
        <p:spPr>
          <a:xfrm xmlns:a="http://schemas.openxmlformats.org/drawingml/2006/main">
            <a:off x="504000" y="9792000"/>
            <a:ext cx="1728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1">
                <a:solidFill>
                  <a:srgbClr val="142C48"/>
                </a:solidFill>
                <a:latin typeface="Aptos"/>
                <a:ea typeface="Aptos"/>
                <a:cs typeface="Aptos"/>
              </a:defRPr>
            </a:defPPr>
            <a:lvl1pPr>
              <a:defRPr sz="950" b="1">
                <a:solidFill>
                  <a:srgbClr val="142C48"/>
                </a:solidFill>
                <a:latin typeface="Aptos"/>
                <a:ea typeface="Aptos"/>
                <a:cs typeface="Aptos"/>
              </a:defRPr>
            </a:lvl1pPr>
            <a:lvl2pPr>
              <a:defRPr sz="950" b="1">
                <a:solidFill>
                  <a:srgbClr val="142C48"/>
                </a:solidFill>
                <a:latin typeface="Aptos"/>
                <a:ea typeface="Aptos"/>
                <a:cs typeface="Aptos"/>
              </a:defRPr>
            </a:lvl2pPr>
            <a:lvl3pPr>
              <a:defRPr sz="950" b="1">
                <a:solidFill>
                  <a:srgbClr val="142C48"/>
                </a:solidFill>
                <a:latin typeface="Aptos"/>
                <a:ea typeface="Aptos"/>
                <a:cs typeface="Aptos"/>
              </a:defRPr>
            </a:lvl3pPr>
            <a:lvl4pPr>
              <a:defRPr sz="950" b="1">
                <a:solidFill>
                  <a:srgbClr val="142C48"/>
                </a:solidFill>
                <a:latin typeface="Aptos"/>
                <a:ea typeface="Aptos"/>
                <a:cs typeface="Aptos"/>
              </a:defRPr>
            </a:lvl4pPr>
            <a:lvl5pPr>
              <a:defRPr sz="950" b="1">
                <a:solidFill>
                  <a:srgbClr val="142C48"/>
                </a:solidFill>
                <a:latin typeface="Aptos"/>
                <a:ea typeface="Aptos"/>
                <a:cs typeface="Aptos"/>
              </a:defRPr>
            </a:lvl5pPr>
            <a:lvl6pPr>
              <a:defRPr sz="950" b="1">
                <a:solidFill>
                  <a:srgbClr val="142C48"/>
                </a:solidFill>
                <a:latin typeface="Aptos"/>
                <a:ea typeface="Aptos"/>
                <a:cs typeface="Aptos"/>
              </a:defRPr>
            </a:lvl6pPr>
            <a:lvl7pPr>
              <a:defRPr sz="950" b="1">
                <a:solidFill>
                  <a:srgbClr val="142C48"/>
                </a:solidFill>
                <a:latin typeface="Aptos"/>
                <a:ea typeface="Aptos"/>
                <a:cs typeface="Aptos"/>
              </a:defRPr>
            </a:lvl7pPr>
            <a:lvl8pPr>
              <a:defRPr sz="950" b="1">
                <a:solidFill>
                  <a:srgbClr val="142C48"/>
                </a:solidFill>
                <a:latin typeface="Aptos"/>
                <a:ea typeface="Aptos"/>
                <a:cs typeface="Aptos"/>
              </a:defRPr>
            </a:lvl8pPr>
            <a:lvl9pPr>
              <a:defRPr sz="950" b="1">
                <a:solidFill>
                  <a:srgbClr val="142C48"/>
                </a:solidFill>
                <a:latin typeface="Aptos"/>
                <a:ea typeface="Aptos"/>
                <a:cs typeface="Aptos"/>
              </a:defRPr>
            </a:lvl9pPr>
          </a:lstStyle>
          <a:p xmlns:a="http://schemas.openxmlformats.org/drawingml/2006/main">
            <a:pPr>
              <a:defRPr sz="950" b="1">
                <a:solidFill>
                  <a:srgbClr val="142C48"/>
                </a:solidFill>
                <a:latin typeface="Aptos"/>
                <a:ea typeface="Aptos"/>
                <a:cs typeface="Aptos"/>
              </a:defRPr>
            </a:pPr>
            <a:r>
              <a:rPr sz="950" b="1">
                <a:solidFill>
                  <a:srgbClr val="142C48"/>
                </a:solidFill>
                <a:latin typeface="Aptos"/>
                <a:ea typeface="Aptos"/>
                <a:cs typeface="Aptos"/>
              </a:rPr>
              <a:t>Security and access</a:t>
            </a:r>
          </a:p>
        </p:txBody>
      </p:sp>
      <p:sp>
        <p:nvSpPr>
          <p:cNvPr id="33" name="">
            <a:extLst xmlns:a="http://schemas.openxmlformats.org/drawingml/2006/main">
              <a:ext uri="{FF2B5EF4-FFF2-40B4-BE49-F238E27FC236}">
                <a16:creationId xmlns:a16="http://schemas.microsoft.com/office/drawing/2014/main" id="{4AC0DE51-DF1F-4869-8F01-D28C65B900BB}"/>
              </a:ext>
            </a:extLst>
          </p:cNvPr>
          <p:cNvSpPr>
            <a:spLocks xmlns:a="http://schemas.openxmlformats.org/drawingml/2006/main" noGrp="1"/>
          </p:cNvSpPr>
          <p:nvPr/>
        </p:nvSpPr>
        <p:spPr>
          <a:xfrm xmlns:a="http://schemas.openxmlformats.org/drawingml/2006/main">
            <a:off x="2340000" y="9792000"/>
            <a:ext cx="4716000" cy="25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950" b="0">
                <a:solidFill>
                  <a:srgbClr val="142C48"/>
                </a:solidFill>
                <a:latin typeface="Aptos"/>
                <a:ea typeface="Aptos"/>
                <a:cs typeface="Aptos"/>
              </a:defRPr>
            </a:defPPr>
            <a:lvl1pPr>
              <a:defRPr sz="950" b="0">
                <a:solidFill>
                  <a:srgbClr val="142C48"/>
                </a:solidFill>
                <a:latin typeface="Aptos"/>
                <a:ea typeface="Aptos"/>
                <a:cs typeface="Aptos"/>
              </a:defRPr>
            </a:lvl1pPr>
            <a:lvl2pPr>
              <a:defRPr sz="950" b="0">
                <a:solidFill>
                  <a:srgbClr val="142C48"/>
                </a:solidFill>
                <a:latin typeface="Aptos"/>
                <a:ea typeface="Aptos"/>
                <a:cs typeface="Aptos"/>
              </a:defRPr>
            </a:lvl2pPr>
            <a:lvl3pPr>
              <a:defRPr sz="950" b="0">
                <a:solidFill>
                  <a:srgbClr val="142C48"/>
                </a:solidFill>
                <a:latin typeface="Aptos"/>
                <a:ea typeface="Aptos"/>
                <a:cs typeface="Aptos"/>
              </a:defRPr>
            </a:lvl3pPr>
            <a:lvl4pPr>
              <a:defRPr sz="950" b="0">
                <a:solidFill>
                  <a:srgbClr val="142C48"/>
                </a:solidFill>
                <a:latin typeface="Aptos"/>
                <a:ea typeface="Aptos"/>
                <a:cs typeface="Aptos"/>
              </a:defRPr>
            </a:lvl4pPr>
            <a:lvl5pPr>
              <a:defRPr sz="950" b="0">
                <a:solidFill>
                  <a:srgbClr val="142C48"/>
                </a:solidFill>
                <a:latin typeface="Aptos"/>
                <a:ea typeface="Aptos"/>
                <a:cs typeface="Aptos"/>
              </a:defRPr>
            </a:lvl5pPr>
            <a:lvl6pPr>
              <a:defRPr sz="950" b="0">
                <a:solidFill>
                  <a:srgbClr val="142C48"/>
                </a:solidFill>
                <a:latin typeface="Aptos"/>
                <a:ea typeface="Aptos"/>
                <a:cs typeface="Aptos"/>
              </a:defRPr>
            </a:lvl6pPr>
            <a:lvl7pPr>
              <a:defRPr sz="950" b="0">
                <a:solidFill>
                  <a:srgbClr val="142C48"/>
                </a:solidFill>
                <a:latin typeface="Aptos"/>
                <a:ea typeface="Aptos"/>
                <a:cs typeface="Aptos"/>
              </a:defRPr>
            </a:lvl7pPr>
            <a:lvl8pPr>
              <a:defRPr sz="950" b="0">
                <a:solidFill>
                  <a:srgbClr val="142C48"/>
                </a:solidFill>
                <a:latin typeface="Aptos"/>
                <a:ea typeface="Aptos"/>
                <a:cs typeface="Aptos"/>
              </a:defRPr>
            </a:lvl8pPr>
            <a:lvl9pPr>
              <a:defRPr sz="950" b="0">
                <a:solidFill>
                  <a:srgbClr val="142C48"/>
                </a:solidFill>
                <a:latin typeface="Aptos"/>
                <a:ea typeface="Aptos"/>
                <a:cs typeface="Aptos"/>
              </a:defRPr>
            </a:lvl9pPr>
          </a:lstStyle>
          <a:p xmlns:a="http://schemas.openxmlformats.org/drawingml/2006/main">
            <a:pPr>
              <a:defRPr sz="950" b="0">
                <a:solidFill>
                  <a:srgbClr val="142C48"/>
                </a:solidFill>
                <a:latin typeface="Aptos"/>
                <a:ea typeface="Aptos"/>
                <a:cs typeface="Aptos"/>
              </a:defRPr>
            </a:pPr>
            <a:r>
              <a:rPr sz="950" b="0">
                <a:solidFill>
                  <a:srgbClr val="142C48"/>
                </a:solidFill>
                <a:latin typeface="Aptos"/>
                <a:ea typeface="Aptos"/>
                <a:cs typeface="Aptos"/>
              </a:rPr>
              <a:t>Review privileged functions and test role boundaries.</a:t>
            </a:r>
          </a:p>
        </p:txBody>
      </p:sp>
      <p:sp>
        <p:nvSpPr>
          <p:cNvPr id="34" name="">
            <a:extLst xmlns:a="http://schemas.openxmlformats.org/drawingml/2006/main">
              <a:ext uri="{FF2B5EF4-FFF2-40B4-BE49-F238E27FC236}">
                <a16:creationId xmlns:a16="http://schemas.microsoft.com/office/drawing/2014/main" id="{D55713B3-5532-4F6E-97E3-010D00EE27A3}"/>
              </a:ext>
            </a:extLst>
          </p:cNvPr>
          <p:cNvSpPr>
            <a:spLocks xmlns:a="http://schemas.openxmlformats.org/drawingml/2006/main" noGrp="1"/>
          </p:cNvSpPr>
          <p:nvPr/>
        </p:nvSpPr>
        <p:spPr>
          <a:xfrm xmlns:a="http://schemas.openxmlformats.org/drawingml/2006/main">
            <a:off x="504000" y="10188000"/>
            <a:ext cx="655200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800" b="0">
                <a:solidFill>
                  <a:srgbClr val="61738A"/>
                </a:solidFill>
                <a:latin typeface="Aptos"/>
                <a:ea typeface="Aptos"/>
                <a:cs typeface="Aptos"/>
              </a:defRPr>
            </a:defPPr>
            <a:lvl1pPr>
              <a:defRPr sz="800" b="0">
                <a:solidFill>
                  <a:srgbClr val="61738A"/>
                </a:solidFill>
                <a:latin typeface="Aptos"/>
                <a:ea typeface="Aptos"/>
                <a:cs typeface="Aptos"/>
              </a:defRPr>
            </a:lvl1pPr>
            <a:lvl2pPr>
              <a:defRPr sz="800" b="0">
                <a:solidFill>
                  <a:srgbClr val="61738A"/>
                </a:solidFill>
                <a:latin typeface="Aptos"/>
                <a:ea typeface="Aptos"/>
                <a:cs typeface="Aptos"/>
              </a:defRPr>
            </a:lvl2pPr>
            <a:lvl3pPr>
              <a:defRPr sz="800" b="0">
                <a:solidFill>
                  <a:srgbClr val="61738A"/>
                </a:solidFill>
                <a:latin typeface="Aptos"/>
                <a:ea typeface="Aptos"/>
                <a:cs typeface="Aptos"/>
              </a:defRPr>
            </a:lvl3pPr>
            <a:lvl4pPr>
              <a:defRPr sz="800" b="0">
                <a:solidFill>
                  <a:srgbClr val="61738A"/>
                </a:solidFill>
                <a:latin typeface="Aptos"/>
                <a:ea typeface="Aptos"/>
                <a:cs typeface="Aptos"/>
              </a:defRPr>
            </a:lvl4pPr>
            <a:lvl5pPr>
              <a:defRPr sz="800" b="0">
                <a:solidFill>
                  <a:srgbClr val="61738A"/>
                </a:solidFill>
                <a:latin typeface="Aptos"/>
                <a:ea typeface="Aptos"/>
                <a:cs typeface="Aptos"/>
              </a:defRPr>
            </a:lvl5pPr>
            <a:lvl6pPr>
              <a:defRPr sz="800" b="0">
                <a:solidFill>
                  <a:srgbClr val="61738A"/>
                </a:solidFill>
                <a:latin typeface="Aptos"/>
                <a:ea typeface="Aptos"/>
                <a:cs typeface="Aptos"/>
              </a:defRPr>
            </a:lvl6pPr>
            <a:lvl7pPr>
              <a:defRPr sz="800" b="0">
                <a:solidFill>
                  <a:srgbClr val="61738A"/>
                </a:solidFill>
                <a:latin typeface="Aptos"/>
                <a:ea typeface="Aptos"/>
                <a:cs typeface="Aptos"/>
              </a:defRPr>
            </a:lvl7pPr>
            <a:lvl8pPr>
              <a:defRPr sz="800" b="0">
                <a:solidFill>
                  <a:srgbClr val="61738A"/>
                </a:solidFill>
                <a:latin typeface="Aptos"/>
                <a:ea typeface="Aptos"/>
                <a:cs typeface="Aptos"/>
              </a:defRPr>
            </a:lvl8pPr>
            <a:lvl9pPr>
              <a:defRPr sz="800" b="0">
                <a:solidFill>
                  <a:srgbClr val="61738A"/>
                </a:solidFill>
                <a:latin typeface="Aptos"/>
                <a:ea typeface="Aptos"/>
                <a:cs typeface="Aptos"/>
              </a:defRPr>
            </a:lvl9pPr>
          </a:lstStyle>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Source: slides 24–25. Proposed roadmap and gates. Live integration and production</a:t>
            </a:r>
          </a:p>
          <a:p xmlns:a="http://schemas.openxmlformats.org/drawingml/2006/main">
            <a:pPr>
              <a:defRPr sz="800" b="0">
                <a:solidFill>
                  <a:srgbClr val="61738A"/>
                </a:solidFill>
                <a:latin typeface="Aptos"/>
                <a:ea typeface="Aptos"/>
                <a:cs typeface="Aptos"/>
              </a:defRPr>
            </a:pPr>
            <a:r>
              <a:rPr sz="800" b="0">
                <a:solidFill>
                  <a:srgbClr val="61738A"/>
                </a:solidFill>
                <a:latin typeface="Aptos"/>
                <a:ea typeface="Aptos"/>
                <a:cs typeface="Aptos"/>
              </a:rPr>
              <a:t>security require validation. Risk economics must align with the current ROI scenario.</a:t>
            </a:r>
          </a:p>
        </p:txBody>
      </p:sp>
    </p:spTree>
    <p:extLst>
      <p:ext uri="{BB962C8B-B14F-4D97-AF65-F5344CB8AC3E}">
        <p14:creationId xmlns:p14="http://schemas.microsoft.com/office/powerpoint/2010/main" val="16036452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8C943DD-B776-4CDE-B208-F77AC51EBF24}"/>
              </a:ext>
            </a:extLst>
          </p:cNvPr>
          <p:cNvSpPr>
            <a:spLocks xmlns:a="http://schemas.openxmlformats.org/drawingml/2006/main" noGrp="1"/>
          </p:cNvSpPr>
          <p:nvPr/>
        </p:nvSpPr>
        <p:spPr>
          <a:xfrm xmlns:a="http://schemas.openxmlformats.org/drawingml/2006/main">
            <a:off x="504000" y="9468000"/>
            <a:ext cx="3240000" cy="28800"/>
          </a:xfrm>
          <a:prstGeom xmlns:a="http://schemas.openxmlformats.org/drawingml/2006/main" prst="rect">
            <a:avLst/>
          </a:prstGeom>
          <a:solidFill xmlns:a="http://schemas.openxmlformats.org/drawingml/2006/main">
            <a:srgbClr val="0D69B3"/>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C8AE39-9F0A-4296-8FF9-6DF9AE8E74EC}"/>
              </a:ext>
            </a:extLst>
          </p:cNvPr>
          <p:cNvSpPr>
            <a:spLocks xmlns:a="http://schemas.openxmlformats.org/drawingml/2006/main" noGrp="1"/>
          </p:cNvSpPr>
          <p:nvPr/>
        </p:nvSpPr>
        <p:spPr>
          <a:xfrm xmlns:a="http://schemas.openxmlformats.org/drawingml/2006/main">
            <a:off x="3852000" y="9468000"/>
            <a:ext cx="648000" cy="28800"/>
          </a:xfrm>
          <a:prstGeom xmlns:a="http://schemas.openxmlformats.org/drawingml/2006/main" prst="rect">
            <a:avLst/>
          </a:prstGeom>
          <a:solidFill xmlns:a="http://schemas.openxmlformats.org/drawingml/2006/main">
            <a:srgbClr val="F2732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B3462F-0736-48A0-AA88-F4752E002A35}"/>
              </a:ext>
            </a:extLst>
          </p:cNvPr>
          <p:cNvSpPr>
            <a:spLocks xmlns:a="http://schemas.openxmlformats.org/drawingml/2006/main" noGrp="1"/>
          </p:cNvSpPr>
          <p:nvPr/>
        </p:nvSpPr>
        <p:spPr>
          <a:xfrm xmlns:a="http://schemas.openxmlformats.org/drawingml/2006/main">
            <a:off x="4608000" y="9468000"/>
            <a:ext cx="648000" cy="28800"/>
          </a:xfrm>
          <a:prstGeom xmlns:a="http://schemas.openxmlformats.org/drawingml/2006/main" prst="rect">
            <a:avLst/>
          </a:prstGeom>
          <a:solidFill xmlns:a="http://schemas.openxmlformats.org/drawingml/2006/main">
            <a:srgbClr val="1FB34A"/>
          </a:solidFill>
          <a:ln xmlns:a="http://schemas.openxmlformats.org/drawingml/2006/main" w="0">
            <a:noFill/>
          </a:ln>
        </p:spPr>
      </p:sp>
    </p:spTree>
    <p:extLst>
      <p:ext uri="{BB962C8B-B14F-4D97-AF65-F5344CB8AC3E}">
        <p14:creationId xmlns:p14="http://schemas.microsoft.com/office/powerpoint/2010/main" val="1479143600"/>
      </p:ext>
    </p:extLst>
  </p:cSld>
</p:sld>
</file>

<file path=ppt/theme/theme1.xml><?xml version="1.0" encoding="utf-8"?>
<a:theme xmlns:a="http://schemas.openxmlformats.org/drawingml/2006/main" name="ChatGPT">
  <a:themeElements>
    <a:clrScheme name="Telecom White A4">
      <a:dk1>
        <a:srgbClr val="000000"/>
      </a:dk1>
      <a:lt1>
        <a:srgbClr val="FFFFFF"/>
      </a:lt1>
      <a:dk2>
        <a:srgbClr val="142C48"/>
      </a:dk2>
      <a:lt2>
        <a:srgbClr val="F4F8FC"/>
      </a:lt2>
      <a:accent1>
        <a:srgbClr val="0D69B3"/>
      </a:accent1>
      <a:accent2>
        <a:srgbClr val="F27323"/>
      </a:accent2>
      <a:accent3>
        <a:srgbClr val="1FB34A"/>
      </a:accent3>
      <a:accent4>
        <a:srgbClr val="61738A"/>
      </a:accent4>
      <a:accent5>
        <a:srgbClr val="4E87B5"/>
      </a:accent5>
      <a:accent6>
        <a:srgbClr val="A7CDE8"/>
      </a:accent6>
      <a:hlink>
        <a:srgbClr val="0D69B3"/>
      </a:hlink>
      <a:folHlink>
        <a:srgbClr val="F27323"/>
      </a:folHlink>
    </a:clrScheme>
    <a:fontScheme name="">
      <a:majorFont>
        <a:latin typeface="Aptos"/>
        <a:ea typeface=""/>
        <a:cs typeface=""/>
      </a:majorFont>
      <a:minorFont>
        <a:latin typeface="Aptos"/>
        <a:ea typeface=""/>
        <a:cs typeface=""/>
      </a:minorFont>
    </a:fontScheme>
    <a:fmtScheme name="Telecom White A4">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2026-10-21T15:49:59.9030000Z</dcterms:created>
  <dcterms:modified xsi:type="dcterms:W3CDTF">2026-10-21T15:49:59.9030000Z</dcterms:modified>
</coreProperties>
</file>